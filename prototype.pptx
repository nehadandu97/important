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732" r:id="rId1"/>
    <p:sldMasterId id="2147484296" r:id="rId2"/>
  </p:sldMasterIdLst>
  <p:notesMasterIdLst>
    <p:notesMasterId r:id="rId11"/>
  </p:notesMasterIdLst>
  <p:handoutMasterIdLst>
    <p:handoutMasterId r:id="rId12"/>
  </p:handoutMasterIdLst>
  <p:sldIdLst>
    <p:sldId id="1008" r:id="rId3"/>
    <p:sldId id="999" r:id="rId4"/>
    <p:sldId id="1000" r:id="rId5"/>
    <p:sldId id="1007" r:id="rId6"/>
    <p:sldId id="1001" r:id="rId7"/>
    <p:sldId id="1003" r:id="rId8"/>
    <p:sldId id="1005" r:id="rId9"/>
    <p:sldId id="428" r:id="rId10"/>
  </p:sldIdLst>
  <p:sldSz cx="9144000" cy="6858000" type="screen4x3"/>
  <p:notesSz cx="7104063" cy="10234613"/>
  <p:defaultTextStyle>
    <a:defPPr>
      <a:defRPr lang="en-US"/>
    </a:defPPr>
    <a:lvl1pPr algn="l" rtl="0" fontAlgn="base">
      <a:spcBef>
        <a:spcPct val="0"/>
      </a:spcBef>
      <a:spcAft>
        <a:spcPct val="0"/>
      </a:spcAft>
      <a:defRPr kern="1200">
        <a:solidFill>
          <a:schemeClr val="tx1"/>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pitchFamily="34" charset="0"/>
        <a:ea typeface="+mn-ea"/>
        <a:cs typeface="Arial" pitchFamily="34" charset="0"/>
      </a:defRPr>
    </a:lvl2pPr>
    <a:lvl3pPr marL="914400" algn="l" rtl="0" fontAlgn="base">
      <a:spcBef>
        <a:spcPct val="0"/>
      </a:spcBef>
      <a:spcAft>
        <a:spcPct val="0"/>
      </a:spcAft>
      <a:defRPr kern="1200">
        <a:solidFill>
          <a:schemeClr val="tx1"/>
        </a:solidFill>
        <a:latin typeface="Arial" pitchFamily="34" charset="0"/>
        <a:ea typeface="+mn-ea"/>
        <a:cs typeface="Arial" pitchFamily="34" charset="0"/>
      </a:defRPr>
    </a:lvl3pPr>
    <a:lvl4pPr marL="1371600" algn="l" rtl="0" fontAlgn="base">
      <a:spcBef>
        <a:spcPct val="0"/>
      </a:spcBef>
      <a:spcAft>
        <a:spcPct val="0"/>
      </a:spcAft>
      <a:defRPr kern="1200">
        <a:solidFill>
          <a:schemeClr val="tx1"/>
        </a:solidFill>
        <a:latin typeface="Arial" pitchFamily="34" charset="0"/>
        <a:ea typeface="+mn-ea"/>
        <a:cs typeface="Arial" pitchFamily="34" charset="0"/>
      </a:defRPr>
    </a:lvl4pPr>
    <a:lvl5pPr marL="1828800" algn="l" rtl="0" fontAlgn="base">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guide id="3" orient="horz" pos="3224">
          <p15:clr>
            <a:srgbClr val="A4A3A4"/>
          </p15:clr>
        </p15:guide>
        <p15:guide id="4" pos="2238">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LVN Prasad" initials="LP"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F0FF"/>
    <a:srgbClr val="C1E0FF"/>
    <a:srgbClr val="FBF1B3"/>
    <a:srgbClr val="FFFFCC"/>
    <a:srgbClr val="EBF0F2"/>
    <a:srgbClr val="D5DFE4"/>
    <a:srgbClr val="009900"/>
    <a:srgbClr val="2F71A2"/>
    <a:srgbClr val="2F7184"/>
    <a:srgbClr val="5BB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E171933-4619-4E11-9A3F-F7608DF75F8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120" autoAdjust="0"/>
    <p:restoredTop sz="98387" autoAdjust="0"/>
  </p:normalViewPr>
  <p:slideViewPr>
    <p:cSldViewPr>
      <p:cViewPr varScale="1">
        <p:scale>
          <a:sx n="82" d="100"/>
          <a:sy n="82" d="100"/>
        </p:scale>
        <p:origin x="1224" y="77"/>
      </p:cViewPr>
      <p:guideLst>
        <p:guide orient="horz" pos="2160"/>
        <p:guide pos="2880"/>
      </p:guideLst>
    </p:cSldViewPr>
  </p:slideViewPr>
  <p:notesTextViewPr>
    <p:cViewPr>
      <p:scale>
        <a:sx n="100" d="100"/>
        <a:sy n="100" d="100"/>
      </p:scale>
      <p:origin x="0" y="0"/>
    </p:cViewPr>
  </p:notesTextViewPr>
  <p:sorterViewPr>
    <p:cViewPr>
      <p:scale>
        <a:sx n="66" d="100"/>
        <a:sy n="66" d="100"/>
      </p:scale>
      <p:origin x="0" y="8322"/>
    </p:cViewPr>
  </p:sorterViewPr>
  <p:notesViewPr>
    <p:cSldViewPr>
      <p:cViewPr varScale="1">
        <p:scale>
          <a:sx n="52" d="100"/>
          <a:sy n="52" d="100"/>
        </p:scale>
        <p:origin x="-2832" y="-108"/>
      </p:cViewPr>
      <p:guideLst>
        <p:guide orient="horz" pos="2880"/>
        <p:guide pos="2160"/>
        <p:guide orient="horz" pos="3224"/>
        <p:guide pos="223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commentAuthors" Target="commentAuthor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427" cy="511731"/>
          </a:xfrm>
          <a:prstGeom prst="rect">
            <a:avLst/>
          </a:prstGeom>
        </p:spPr>
        <p:txBody>
          <a:bodyPr vert="horz" lIns="99075" tIns="49538" rIns="99075" bIns="49538" rtlCol="0"/>
          <a:lstStyle>
            <a:lvl1pPr algn="l">
              <a:defRPr sz="1300">
                <a:latin typeface="Arial" charset="0"/>
                <a:cs typeface="Arial" charset="0"/>
              </a:defRPr>
            </a:lvl1pPr>
          </a:lstStyle>
          <a:p>
            <a:pPr>
              <a:defRPr/>
            </a:pPr>
            <a:endParaRPr lang="en-US"/>
          </a:p>
        </p:txBody>
      </p:sp>
      <p:sp>
        <p:nvSpPr>
          <p:cNvPr id="3" name="Date Placeholder 2"/>
          <p:cNvSpPr>
            <a:spLocks noGrp="1"/>
          </p:cNvSpPr>
          <p:nvPr>
            <p:ph type="dt" sz="quarter" idx="1"/>
          </p:nvPr>
        </p:nvSpPr>
        <p:spPr>
          <a:xfrm>
            <a:off x="4023992" y="0"/>
            <a:ext cx="3078427" cy="511731"/>
          </a:xfrm>
          <a:prstGeom prst="rect">
            <a:avLst/>
          </a:prstGeom>
        </p:spPr>
        <p:txBody>
          <a:bodyPr vert="horz" lIns="99075" tIns="49538" rIns="99075" bIns="49538" rtlCol="0"/>
          <a:lstStyle>
            <a:lvl1pPr algn="r">
              <a:defRPr sz="1300">
                <a:latin typeface="Arial" charset="0"/>
                <a:cs typeface="Arial" charset="0"/>
              </a:defRPr>
            </a:lvl1pPr>
          </a:lstStyle>
          <a:p>
            <a:pPr>
              <a:defRPr/>
            </a:pPr>
            <a:fld id="{4EB745A5-3952-4467-A039-FB9EA0AFC76E}" type="datetimeFigureOut">
              <a:rPr lang="en-US"/>
              <a:pPr>
                <a:defRPr/>
              </a:pPr>
              <a:t>6/8/2024</a:t>
            </a:fld>
            <a:endParaRPr lang="en-US"/>
          </a:p>
        </p:txBody>
      </p:sp>
      <p:sp>
        <p:nvSpPr>
          <p:cNvPr id="4" name="Footer Placeholder 3"/>
          <p:cNvSpPr>
            <a:spLocks noGrp="1"/>
          </p:cNvSpPr>
          <p:nvPr>
            <p:ph type="ftr" sz="quarter" idx="2"/>
          </p:nvPr>
        </p:nvSpPr>
        <p:spPr>
          <a:xfrm>
            <a:off x="0" y="9721106"/>
            <a:ext cx="3078427" cy="511731"/>
          </a:xfrm>
          <a:prstGeom prst="rect">
            <a:avLst/>
          </a:prstGeom>
        </p:spPr>
        <p:txBody>
          <a:bodyPr vert="horz" lIns="99075" tIns="49538" rIns="99075" bIns="49538" rtlCol="0" anchor="b"/>
          <a:lstStyle>
            <a:lvl1pPr algn="l">
              <a:defRPr sz="1300">
                <a:latin typeface="Arial" charset="0"/>
                <a:cs typeface="Arial" charset="0"/>
              </a:defRPr>
            </a:lvl1pPr>
          </a:lstStyle>
          <a:p>
            <a:pPr>
              <a:defRPr/>
            </a:pPr>
            <a:endParaRPr lang="en-US"/>
          </a:p>
        </p:txBody>
      </p:sp>
      <p:sp>
        <p:nvSpPr>
          <p:cNvPr id="5" name="Slide Number Placeholder 4"/>
          <p:cNvSpPr>
            <a:spLocks noGrp="1"/>
          </p:cNvSpPr>
          <p:nvPr>
            <p:ph type="sldNum" sz="quarter" idx="3"/>
          </p:nvPr>
        </p:nvSpPr>
        <p:spPr>
          <a:xfrm>
            <a:off x="4023992" y="9721106"/>
            <a:ext cx="3078427" cy="511731"/>
          </a:xfrm>
          <a:prstGeom prst="rect">
            <a:avLst/>
          </a:prstGeom>
        </p:spPr>
        <p:txBody>
          <a:bodyPr vert="horz" lIns="99075" tIns="49538" rIns="99075" bIns="49538" rtlCol="0" anchor="b"/>
          <a:lstStyle>
            <a:lvl1pPr algn="r">
              <a:defRPr sz="1300">
                <a:latin typeface="Arial" charset="0"/>
                <a:cs typeface="Arial" charset="0"/>
              </a:defRPr>
            </a:lvl1pPr>
          </a:lstStyle>
          <a:p>
            <a:pPr>
              <a:defRPr/>
            </a:pPr>
            <a:fld id="{2BAE9AA9-BB6B-4AF6-9F4B-D9B5067D11BD}" type="slidenum">
              <a:rPr lang="en-US"/>
              <a:pPr>
                <a:defRPr/>
              </a:pPr>
              <a:t>‹#›</a:t>
            </a:fld>
            <a:endParaRPr lang="en-US"/>
          </a:p>
        </p:txBody>
      </p:sp>
    </p:spTree>
    <p:extLst>
      <p:ext uri="{BB962C8B-B14F-4D97-AF65-F5344CB8AC3E}">
        <p14:creationId xmlns:p14="http://schemas.microsoft.com/office/powerpoint/2010/main" val="26368105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427" cy="511731"/>
          </a:xfrm>
          <a:prstGeom prst="rect">
            <a:avLst/>
          </a:prstGeom>
        </p:spPr>
        <p:txBody>
          <a:bodyPr vert="horz" lIns="99075" tIns="49538" rIns="99075" bIns="49538" rtlCol="0"/>
          <a:lstStyle>
            <a:lvl1pPr algn="l" fontAlgn="auto">
              <a:spcBef>
                <a:spcPts val="0"/>
              </a:spcBef>
              <a:spcAft>
                <a:spcPts val="0"/>
              </a:spcAft>
              <a:defRPr sz="1300">
                <a:latin typeface="+mn-lt"/>
                <a:cs typeface="+mn-cs"/>
              </a:defRPr>
            </a:lvl1pPr>
          </a:lstStyle>
          <a:p>
            <a:pPr>
              <a:defRPr/>
            </a:pPr>
            <a:endParaRPr lang="en-US"/>
          </a:p>
        </p:txBody>
      </p:sp>
      <p:sp>
        <p:nvSpPr>
          <p:cNvPr id="3" name="Date Placeholder 2"/>
          <p:cNvSpPr>
            <a:spLocks noGrp="1"/>
          </p:cNvSpPr>
          <p:nvPr>
            <p:ph type="dt" idx="1"/>
          </p:nvPr>
        </p:nvSpPr>
        <p:spPr>
          <a:xfrm>
            <a:off x="4023992" y="0"/>
            <a:ext cx="3078427" cy="511731"/>
          </a:xfrm>
          <a:prstGeom prst="rect">
            <a:avLst/>
          </a:prstGeom>
        </p:spPr>
        <p:txBody>
          <a:bodyPr vert="horz" lIns="99075" tIns="49538" rIns="99075" bIns="49538" rtlCol="0"/>
          <a:lstStyle>
            <a:lvl1pPr algn="r" fontAlgn="auto">
              <a:spcBef>
                <a:spcPts val="0"/>
              </a:spcBef>
              <a:spcAft>
                <a:spcPts val="0"/>
              </a:spcAft>
              <a:defRPr sz="1300">
                <a:latin typeface="+mn-lt"/>
                <a:cs typeface="+mn-cs"/>
              </a:defRPr>
            </a:lvl1pPr>
          </a:lstStyle>
          <a:p>
            <a:pPr>
              <a:defRPr/>
            </a:pPr>
            <a:fld id="{1948D6C1-579C-43E6-BA90-5DE48973DA98}" type="datetimeFigureOut">
              <a:rPr lang="en-US"/>
              <a:pPr>
                <a:defRPr/>
              </a:pPr>
              <a:t>6/8/2024</a:t>
            </a:fld>
            <a:endParaRPr lang="en-US"/>
          </a:p>
        </p:txBody>
      </p:sp>
      <p:sp>
        <p:nvSpPr>
          <p:cNvPr id="4" name="Slide Image Placeholder 3"/>
          <p:cNvSpPr>
            <a:spLocks noGrp="1" noRot="1" noChangeAspect="1"/>
          </p:cNvSpPr>
          <p:nvPr>
            <p:ph type="sldImg" idx="2"/>
          </p:nvPr>
        </p:nvSpPr>
        <p:spPr>
          <a:xfrm>
            <a:off x="995363" y="768350"/>
            <a:ext cx="5113337" cy="3836988"/>
          </a:xfrm>
          <a:prstGeom prst="rect">
            <a:avLst/>
          </a:prstGeom>
          <a:noFill/>
          <a:ln w="12700">
            <a:solidFill>
              <a:prstClr val="black"/>
            </a:solidFill>
          </a:ln>
        </p:spPr>
        <p:txBody>
          <a:bodyPr vert="horz" lIns="99075" tIns="49538" rIns="99075" bIns="49538" rtlCol="0" anchor="ctr"/>
          <a:lstStyle/>
          <a:p>
            <a:pPr lvl="0"/>
            <a:endParaRPr lang="en-US" noProof="0"/>
          </a:p>
        </p:txBody>
      </p:sp>
      <p:sp>
        <p:nvSpPr>
          <p:cNvPr id="5" name="Notes Placeholder 4"/>
          <p:cNvSpPr>
            <a:spLocks noGrp="1"/>
          </p:cNvSpPr>
          <p:nvPr>
            <p:ph type="body" sz="quarter" idx="3"/>
          </p:nvPr>
        </p:nvSpPr>
        <p:spPr>
          <a:xfrm>
            <a:off x="710407" y="4861441"/>
            <a:ext cx="5683250" cy="4605576"/>
          </a:xfrm>
          <a:prstGeom prst="rect">
            <a:avLst/>
          </a:prstGeom>
        </p:spPr>
        <p:txBody>
          <a:bodyPr vert="horz" lIns="99075" tIns="49538" rIns="99075" bIns="49538"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721106"/>
            <a:ext cx="3078427" cy="511731"/>
          </a:xfrm>
          <a:prstGeom prst="rect">
            <a:avLst/>
          </a:prstGeom>
        </p:spPr>
        <p:txBody>
          <a:bodyPr vert="horz" lIns="99075" tIns="49538" rIns="99075" bIns="49538" rtlCol="0" anchor="b"/>
          <a:lstStyle>
            <a:lvl1pPr algn="l" fontAlgn="auto">
              <a:spcBef>
                <a:spcPts val="0"/>
              </a:spcBef>
              <a:spcAft>
                <a:spcPts val="0"/>
              </a:spcAft>
              <a:defRPr sz="13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4023992" y="9721106"/>
            <a:ext cx="3078427" cy="511731"/>
          </a:xfrm>
          <a:prstGeom prst="rect">
            <a:avLst/>
          </a:prstGeom>
        </p:spPr>
        <p:txBody>
          <a:bodyPr vert="horz" lIns="99075" tIns="49538" rIns="99075" bIns="49538" rtlCol="0" anchor="b"/>
          <a:lstStyle>
            <a:lvl1pPr algn="r" fontAlgn="auto">
              <a:spcBef>
                <a:spcPts val="0"/>
              </a:spcBef>
              <a:spcAft>
                <a:spcPts val="0"/>
              </a:spcAft>
              <a:defRPr sz="1300">
                <a:latin typeface="+mn-lt"/>
                <a:cs typeface="+mn-cs"/>
              </a:defRPr>
            </a:lvl1pPr>
          </a:lstStyle>
          <a:p>
            <a:pPr>
              <a:defRPr/>
            </a:pPr>
            <a:fld id="{E7A35FBF-25E3-40BE-9E2D-5992AD91964A}" type="slidenum">
              <a:rPr lang="en-US"/>
              <a:pPr>
                <a:defRPr/>
              </a:pPr>
              <a:t>‹#›</a:t>
            </a:fld>
            <a:endParaRPr lang="en-US"/>
          </a:p>
        </p:txBody>
      </p:sp>
    </p:spTree>
    <p:extLst>
      <p:ext uri="{BB962C8B-B14F-4D97-AF65-F5344CB8AC3E}">
        <p14:creationId xmlns:p14="http://schemas.microsoft.com/office/powerpoint/2010/main" val="189592514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Freeform 2"/>
          <p:cNvSpPr>
            <a:spLocks/>
          </p:cNvSpPr>
          <p:nvPr/>
        </p:nvSpPr>
        <p:spPr bwMode="auto">
          <a:xfrm>
            <a:off x="0" y="4751388"/>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fontAlgn="auto">
              <a:spcBef>
                <a:spcPts val="0"/>
              </a:spcBef>
              <a:spcAft>
                <a:spcPts val="0"/>
              </a:spcAft>
              <a:defRPr/>
            </a:pPr>
            <a:endParaRPr lang="en-US">
              <a:latin typeface="+mn-lt"/>
              <a:cs typeface="+mn-cs"/>
            </a:endParaRPr>
          </a:p>
        </p:txBody>
      </p:sp>
      <p:sp>
        <p:nvSpPr>
          <p:cNvPr id="4" name="Freeform 3"/>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a:lstStyle/>
          <a:p>
            <a:pPr fontAlgn="auto">
              <a:spcBef>
                <a:spcPts val="0"/>
              </a:spcBef>
              <a:spcAft>
                <a:spcPts val="0"/>
              </a:spcAft>
              <a:defRPr/>
            </a:pPr>
            <a:endParaRPr lang="en-US">
              <a:latin typeface="+mn-lt"/>
              <a:cs typeface="+mn-cs"/>
            </a:endParaRPr>
          </a:p>
        </p:txBody>
      </p:sp>
      <p:sp>
        <p:nvSpPr>
          <p:cNvPr id="9" name="Title 8"/>
          <p:cNvSpPr>
            <a:spLocks noGrp="1"/>
          </p:cNvSpPr>
          <p:nvPr>
            <p:ph type="ctrTitle"/>
          </p:nvPr>
        </p:nvSpPr>
        <p:spPr>
          <a:xfrm>
            <a:off x="457200" y="1752600"/>
            <a:ext cx="6629400" cy="2590800"/>
          </a:xfrm>
        </p:spPr>
        <p:txBody>
          <a:bodyPr anchor="t"/>
          <a:lstStyle>
            <a:lvl1pPr algn="ct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lang="en-US"/>
              <a:t>Click to edit Master title style</a:t>
            </a:r>
          </a:p>
        </p:txBody>
      </p:sp>
      <p:sp>
        <p:nvSpPr>
          <p:cNvPr id="5" name="Date Placeholder 29"/>
          <p:cNvSpPr>
            <a:spLocks noGrp="1"/>
          </p:cNvSpPr>
          <p:nvPr>
            <p:ph type="dt" sz="half" idx="10"/>
          </p:nvPr>
        </p:nvSpPr>
        <p:spPr/>
        <p:txBody>
          <a:bodyPr/>
          <a:lstStyle>
            <a:lvl1pPr>
              <a:defRPr b="1">
                <a:solidFill>
                  <a:schemeClr val="tx1"/>
                </a:solidFill>
              </a:defRPr>
            </a:lvl1pPr>
          </a:lstStyle>
          <a:p>
            <a:pPr>
              <a:defRPr/>
            </a:pPr>
            <a:fld id="{DB7E87BE-ECB9-4915-A9FB-AC5A32E7C64D}" type="datetime4">
              <a:rPr lang="en-US"/>
              <a:pPr>
                <a:defRPr/>
              </a:pPr>
              <a:t>June 8, 2024</a:t>
            </a:fld>
            <a:endParaRPr lang="en-US"/>
          </a:p>
        </p:txBody>
      </p:sp>
      <p:sp>
        <p:nvSpPr>
          <p:cNvPr id="6" name="Footer Placeholder 18"/>
          <p:cNvSpPr>
            <a:spLocks noGrp="1"/>
          </p:cNvSpPr>
          <p:nvPr>
            <p:ph type="ftr" sz="quarter" idx="11"/>
          </p:nvPr>
        </p:nvSpPr>
        <p:spPr/>
        <p:txBody>
          <a:bodyPr/>
          <a:lstStyle>
            <a:lvl1pPr>
              <a:defRPr b="1">
                <a:solidFill>
                  <a:schemeClr val="tx1"/>
                </a:solidFill>
              </a:defRPr>
            </a:lvl1pPr>
          </a:lstStyle>
          <a:p>
            <a:pPr>
              <a:defRPr/>
            </a:pPr>
            <a:r>
              <a:rPr lang="en-US"/>
              <a:t>MSRIT, Bangalore - 54</a:t>
            </a:r>
          </a:p>
        </p:txBody>
      </p:sp>
      <p:sp>
        <p:nvSpPr>
          <p:cNvPr id="7" name="Slide Number Placeholder 26"/>
          <p:cNvSpPr>
            <a:spLocks noGrp="1"/>
          </p:cNvSpPr>
          <p:nvPr>
            <p:ph type="sldNum" sz="quarter" idx="12"/>
          </p:nvPr>
        </p:nvSpPr>
        <p:spPr/>
        <p:txBody>
          <a:bodyPr/>
          <a:lstStyle>
            <a:lvl1pPr>
              <a:defRPr b="1">
                <a:solidFill>
                  <a:schemeClr val="tx1"/>
                </a:solidFill>
              </a:defRPr>
            </a:lvl1pPr>
          </a:lstStyle>
          <a:p>
            <a:pPr>
              <a:defRPr/>
            </a:pPr>
            <a:fld id="{7B992530-92A3-44B4-96DF-B2605C41FE76}"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7696200" cy="990600"/>
          </a:xfrm>
        </p:spPr>
        <p:txBody>
          <a:bodyPr/>
          <a:lstStyle>
            <a:lvl1pPr algn="l">
              <a:defRPr/>
            </a:lvl1pPr>
          </a:lstStyle>
          <a:p>
            <a:r>
              <a:rPr lang="en-US"/>
              <a:t>Click to edit Master title style</a:t>
            </a:r>
          </a:p>
        </p:txBody>
      </p:sp>
      <p:sp>
        <p:nvSpPr>
          <p:cNvPr id="3" name="Content Placeholder 2"/>
          <p:cNvSpPr>
            <a:spLocks noGrp="1"/>
          </p:cNvSpPr>
          <p:nvPr>
            <p:ph idx="1"/>
          </p:nvPr>
        </p:nvSpPr>
        <p:spPr>
          <a:xfrm>
            <a:off x="228600" y="1371600"/>
            <a:ext cx="8610600" cy="4678363"/>
          </a:xfrm>
        </p:spPr>
        <p:txBody>
          <a:bodyPr/>
          <a:lstStyle>
            <a:lvl1pPr>
              <a:defRPr b="1"/>
            </a:lvl1pPr>
            <a:lvl2pPr>
              <a:defRPr b="1"/>
            </a:lvl2pPr>
            <a:lvl3pPr>
              <a:defRPr b="1"/>
            </a:lvl3pPr>
            <a:lvl4pPr>
              <a:defRPr b="1"/>
            </a:lvl4pPr>
            <a:lvl5pPr>
              <a:defRPr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001000" y="0"/>
            <a:ext cx="1143000" cy="228600"/>
          </a:xfrm>
        </p:spPr>
        <p:txBody>
          <a:bodyPr anchor="t"/>
          <a:lstStyle>
            <a:lvl1pPr>
              <a:defRPr/>
            </a:lvl1pPr>
          </a:lstStyle>
          <a:p>
            <a:pPr>
              <a:defRPr/>
            </a:pPr>
            <a:fld id="{BCA20BF4-46A4-4C62-9717-542F3E07C11D}" type="datetime4">
              <a:rPr lang="en-US"/>
              <a:pPr>
                <a:defRPr/>
              </a:pPr>
              <a:t>June 8, 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MSRIT, Bangalore - 54</a:t>
            </a:r>
          </a:p>
        </p:txBody>
      </p:sp>
      <p:sp>
        <p:nvSpPr>
          <p:cNvPr id="6" name="Slide Number Placeholder 5"/>
          <p:cNvSpPr>
            <a:spLocks noGrp="1"/>
          </p:cNvSpPr>
          <p:nvPr>
            <p:ph type="sldNum" sz="quarter" idx="12"/>
          </p:nvPr>
        </p:nvSpPr>
        <p:spPr/>
        <p:txBody>
          <a:bodyPr/>
          <a:lstStyle>
            <a:lvl1pPr>
              <a:defRPr/>
            </a:lvl1pPr>
          </a:lstStyle>
          <a:p>
            <a:pPr>
              <a:defRPr/>
            </a:pPr>
            <a:fld id="{FAB6ED7B-5CA3-4472-B01C-99CB7689D1EA}" type="slidenum">
              <a:rPr lang="en-US"/>
              <a:pPr>
                <a:defRPr/>
              </a:pPr>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Freeform 2"/>
          <p:cNvSpPr>
            <a:spLocks/>
          </p:cNvSpPr>
          <p:nvPr/>
        </p:nvSpPr>
        <p:spPr bwMode="auto">
          <a:xfrm>
            <a:off x="0" y="4751388"/>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fontAlgn="auto">
              <a:spcBef>
                <a:spcPts val="0"/>
              </a:spcBef>
              <a:spcAft>
                <a:spcPts val="0"/>
              </a:spcAft>
              <a:defRPr/>
            </a:pPr>
            <a:endParaRPr lang="en-US">
              <a:latin typeface="+mn-lt"/>
              <a:cs typeface="+mn-cs"/>
            </a:endParaRPr>
          </a:p>
        </p:txBody>
      </p:sp>
      <p:sp>
        <p:nvSpPr>
          <p:cNvPr id="4" name="Freeform 3"/>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a:lstStyle/>
          <a:p>
            <a:pPr fontAlgn="auto">
              <a:spcBef>
                <a:spcPts val="0"/>
              </a:spcBef>
              <a:spcAft>
                <a:spcPts val="0"/>
              </a:spcAft>
              <a:defRPr/>
            </a:pPr>
            <a:endParaRPr lang="en-US">
              <a:latin typeface="+mn-lt"/>
              <a:cs typeface="+mn-cs"/>
            </a:endParaRPr>
          </a:p>
        </p:txBody>
      </p:sp>
      <p:sp>
        <p:nvSpPr>
          <p:cNvPr id="2" name="Title 1"/>
          <p:cNvSpPr>
            <a:spLocks noGrp="1"/>
          </p:cNvSpPr>
          <p:nvPr>
            <p:ph type="title"/>
          </p:nvPr>
        </p:nvSpPr>
        <p:spPr>
          <a:xfrm>
            <a:off x="609600" y="2133600"/>
            <a:ext cx="6629400" cy="1826363"/>
          </a:xfrm>
        </p:spPr>
        <p:txBody>
          <a:bodyPr tIns="0" bIns="0" anchor="t">
            <a:noAutofit/>
          </a:bodyPr>
          <a:lstStyle>
            <a:lvl1pPr algn="l">
              <a:buNone/>
              <a:defRPr sz="6600" b="1" cap="none" spc="0" baseline="0">
                <a:ln w="18415" cmpd="sng">
                  <a:solidFill>
                    <a:srgbClr val="FFFFFF"/>
                  </a:solidFill>
                  <a:prstDash val="solid"/>
                </a:ln>
                <a:solidFill>
                  <a:srgbClr val="FFFFFF"/>
                </a:solidFill>
                <a:effectLst>
                  <a:outerShdw blurRad="63500" dir="3600000" algn="tl" rotWithShape="0">
                    <a:srgbClr val="000000">
                      <a:alpha val="70000"/>
                    </a:srgbClr>
                  </a:outerShdw>
                </a:effectLst>
                <a:latin typeface="Brush Script MT" pitchFamily="66" charset="0"/>
              </a:defRPr>
            </a:lvl1pPr>
          </a:lstStyle>
          <a:p>
            <a:r>
              <a:rPr lang="en-US" dirty="0"/>
              <a:t>Click to edit Master title style</a:t>
            </a:r>
          </a:p>
        </p:txBody>
      </p:sp>
      <p:sp>
        <p:nvSpPr>
          <p:cNvPr id="5" name="Date Placeholder 3"/>
          <p:cNvSpPr>
            <a:spLocks noGrp="1"/>
          </p:cNvSpPr>
          <p:nvPr>
            <p:ph type="dt" sz="half" idx="10"/>
          </p:nvPr>
        </p:nvSpPr>
        <p:spPr>
          <a:xfrm>
            <a:off x="7924800" y="0"/>
            <a:ext cx="1219200" cy="284163"/>
          </a:xfrm>
        </p:spPr>
        <p:txBody>
          <a:bodyPr anchor="t"/>
          <a:lstStyle>
            <a:lvl1pPr>
              <a:defRPr/>
            </a:lvl1pPr>
          </a:lstStyle>
          <a:p>
            <a:pPr>
              <a:defRPr/>
            </a:pPr>
            <a:fld id="{8AD5B4E8-8B51-4882-8119-31F6314D291B}" type="datetime4">
              <a:rPr lang="en-US"/>
              <a:pPr>
                <a:defRPr/>
              </a:pPr>
              <a:t>June 8, 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MSRIT, Bangalore - 54</a:t>
            </a:r>
          </a:p>
        </p:txBody>
      </p:sp>
      <p:sp>
        <p:nvSpPr>
          <p:cNvPr id="7" name="Slide Number Placeholder 5"/>
          <p:cNvSpPr>
            <a:spLocks noGrp="1"/>
          </p:cNvSpPr>
          <p:nvPr>
            <p:ph type="sldNum" sz="quarter" idx="12"/>
          </p:nvPr>
        </p:nvSpPr>
        <p:spPr/>
        <p:txBody>
          <a:bodyPr/>
          <a:lstStyle>
            <a:lvl1pPr>
              <a:defRPr/>
            </a:lvl1pPr>
          </a:lstStyle>
          <a:p>
            <a:pPr>
              <a:defRPr/>
            </a:pPr>
            <a:fld id="{A1B217A7-E8DB-44FD-ABFD-9152337CD6C9}" type="slidenum">
              <a:rPr lang="en-US"/>
              <a:pPr>
                <a:defRPr/>
              </a:pPr>
              <a:t>‹#›</a:t>
            </a:fld>
            <a:endParaRPr lang="en-US"/>
          </a:p>
        </p:txBody>
      </p:sp>
    </p:spTree>
  </p:cSld>
  <p:clrMapOvr>
    <a:overrideClrMapping bg1="dk1" tx1="lt1" bg2="dk2" tx2="lt2" accent1="accent1" accent2="accent2" accent3="accent3" accent4="accent4" accent5="accent5" accent6="accent6" hlink="hlink" folHlink="folHlink"/>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lang="en-US"/>
              <a:t>Click to edit Master title style</a:t>
            </a:r>
          </a:p>
        </p:txBody>
      </p:sp>
      <p:sp>
        <p:nvSpPr>
          <p:cNvPr id="3" name="Content Placeholder 2"/>
          <p:cNvSpPr>
            <a:spLocks noGrp="1"/>
          </p:cNvSpPr>
          <p:nvPr>
            <p:ph sz="half" idx="1"/>
          </p:nvPr>
        </p:nvSpPr>
        <p:spPr>
          <a:xfrm>
            <a:off x="457200" y="1600200"/>
            <a:ext cx="3657600" cy="4525963"/>
          </a:xfrm>
        </p:spPr>
        <p:txBody>
          <a:bodyPr/>
          <a:lstStyle>
            <a:lvl1pPr>
              <a:defRPr sz="2600" b="1"/>
            </a:lvl1pPr>
            <a:lvl2pPr>
              <a:defRPr sz="2200" b="1"/>
            </a:lvl2pPr>
            <a:lvl3pPr>
              <a:defRPr sz="2000" b="1"/>
            </a:lvl3pPr>
            <a:lvl4pPr>
              <a:defRPr sz="1800" b="1"/>
            </a:lvl4pPr>
            <a:lvl5pPr>
              <a:defRPr sz="18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267200" y="1600200"/>
            <a:ext cx="3657600" cy="4525963"/>
          </a:xfrm>
        </p:spPr>
        <p:txBody>
          <a:bodyPr/>
          <a:lstStyle>
            <a:lvl1pPr>
              <a:defRPr sz="2600" b="1"/>
            </a:lvl1pPr>
            <a:lvl2pPr>
              <a:defRPr sz="2200" b="1"/>
            </a:lvl2pPr>
            <a:lvl3pPr>
              <a:defRPr sz="2000" b="1"/>
            </a:lvl3pPr>
            <a:lvl4pPr>
              <a:defRPr sz="1800" b="1"/>
            </a:lvl4pPr>
            <a:lvl5pPr>
              <a:defRPr sz="18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001000" y="0"/>
            <a:ext cx="1143000" cy="365125"/>
          </a:xfrm>
        </p:spPr>
        <p:txBody>
          <a:bodyPr anchor="t"/>
          <a:lstStyle>
            <a:lvl1pPr>
              <a:defRPr/>
            </a:lvl1pPr>
          </a:lstStyle>
          <a:p>
            <a:pPr>
              <a:defRPr/>
            </a:pPr>
            <a:fld id="{B4147ACC-92FB-429D-8ACA-A583ECABA249}" type="datetime4">
              <a:rPr lang="en-US"/>
              <a:pPr>
                <a:defRPr/>
              </a:pPr>
              <a:t>June 8, 2024</a:t>
            </a:fld>
            <a:endParaRPr lang="en-US"/>
          </a:p>
        </p:txBody>
      </p:sp>
      <p:sp>
        <p:nvSpPr>
          <p:cNvPr id="6" name="Footer Placeholder 5"/>
          <p:cNvSpPr>
            <a:spLocks noGrp="1"/>
          </p:cNvSpPr>
          <p:nvPr>
            <p:ph type="ftr" sz="quarter" idx="11"/>
          </p:nvPr>
        </p:nvSpPr>
        <p:spPr/>
        <p:txBody>
          <a:bodyPr/>
          <a:lstStyle>
            <a:lvl1pPr>
              <a:defRPr/>
            </a:lvl1pPr>
          </a:lstStyle>
          <a:p>
            <a:pPr>
              <a:defRPr/>
            </a:pPr>
            <a:r>
              <a:rPr lang="en-US"/>
              <a:t>MSRIT, Bangalore - 54</a:t>
            </a:r>
          </a:p>
        </p:txBody>
      </p:sp>
      <p:sp>
        <p:nvSpPr>
          <p:cNvPr id="7" name="Slide Number Placeholder 6"/>
          <p:cNvSpPr>
            <a:spLocks noGrp="1"/>
          </p:cNvSpPr>
          <p:nvPr>
            <p:ph type="sldNum" sz="quarter" idx="12"/>
          </p:nvPr>
        </p:nvSpPr>
        <p:spPr/>
        <p:txBody>
          <a:bodyPr/>
          <a:lstStyle>
            <a:lvl1pPr>
              <a:defRPr/>
            </a:lvl1pPr>
          </a:lstStyle>
          <a:p>
            <a:pPr>
              <a:defRPr/>
            </a:pPr>
            <a:fld id="{BACC7008-F5ED-4269-A898-E084C9C899C3}" type="slidenum">
              <a:rPr lang="en-US"/>
              <a:pPr>
                <a:defRPr/>
              </a:pPr>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5486400"/>
            <a:ext cx="4040188" cy="838200"/>
          </a:xfrm>
        </p:spPr>
        <p:txBody>
          <a:bodyPr/>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a:r>
              <a:rPr lang="en-US" dirty="0"/>
              <a:t>Click to edit Master text styles</a:t>
            </a:r>
          </a:p>
        </p:txBody>
      </p:sp>
      <p:sp>
        <p:nvSpPr>
          <p:cNvPr id="4" name="Text Placeholder 3"/>
          <p:cNvSpPr>
            <a:spLocks noGrp="1"/>
          </p:cNvSpPr>
          <p:nvPr>
            <p:ph type="body" sz="half" idx="3"/>
          </p:nvPr>
        </p:nvSpPr>
        <p:spPr>
          <a:xfrm>
            <a:off x="4645025" y="5486400"/>
            <a:ext cx="4041775" cy="838200"/>
          </a:xfrm>
        </p:spPr>
        <p:txBody>
          <a:bodyPr/>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b="1"/>
            </a:lvl1pPr>
            <a:lvl2pPr>
              <a:defRPr sz="2000" b="1"/>
            </a:lvl2pPr>
            <a:lvl3pPr>
              <a:defRPr sz="1800" b="1"/>
            </a:lvl3pPr>
            <a:lvl4pPr>
              <a:defRPr sz="1600" b="1"/>
            </a:lvl4pPr>
            <a:lvl5pPr>
              <a:defRPr sz="16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5" y="1516912"/>
            <a:ext cx="4041775" cy="3941763"/>
          </a:xfrm>
        </p:spPr>
        <p:txBody>
          <a:bodyPr/>
          <a:lstStyle>
            <a:lvl1pPr>
              <a:defRPr sz="2400" b="1"/>
            </a:lvl1pPr>
            <a:lvl2pPr>
              <a:defRPr sz="2000" b="1"/>
            </a:lvl2pPr>
            <a:lvl3pPr>
              <a:defRPr sz="1800" b="1"/>
            </a:lvl3pPr>
            <a:lvl4pPr>
              <a:defRPr sz="1600" b="1"/>
            </a:lvl4pPr>
            <a:lvl5pPr>
              <a:defRPr sz="16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001000" y="0"/>
            <a:ext cx="1143000" cy="365125"/>
          </a:xfrm>
        </p:spPr>
        <p:txBody>
          <a:bodyPr anchor="t"/>
          <a:lstStyle>
            <a:lvl1pPr>
              <a:defRPr/>
            </a:lvl1pPr>
          </a:lstStyle>
          <a:p>
            <a:pPr>
              <a:defRPr/>
            </a:pPr>
            <a:fld id="{272CADEB-BF3F-40FE-A6E1-8FB498EBFF75}" type="datetime4">
              <a:rPr lang="en-US"/>
              <a:pPr>
                <a:defRPr/>
              </a:pPr>
              <a:t>June 8, 2024</a:t>
            </a:fld>
            <a:endParaRPr lang="en-US" dirty="0"/>
          </a:p>
        </p:txBody>
      </p:sp>
      <p:sp>
        <p:nvSpPr>
          <p:cNvPr id="8" name="Footer Placeholder 7"/>
          <p:cNvSpPr>
            <a:spLocks noGrp="1"/>
          </p:cNvSpPr>
          <p:nvPr>
            <p:ph type="ftr" sz="quarter" idx="11"/>
          </p:nvPr>
        </p:nvSpPr>
        <p:spPr/>
        <p:txBody>
          <a:bodyPr/>
          <a:lstStyle>
            <a:lvl1pPr>
              <a:defRPr/>
            </a:lvl1pPr>
          </a:lstStyle>
          <a:p>
            <a:pPr>
              <a:defRPr/>
            </a:pPr>
            <a:r>
              <a:rPr lang="en-US"/>
              <a:t>MSRIT, Bangalore - 54</a:t>
            </a:r>
          </a:p>
        </p:txBody>
      </p:sp>
      <p:sp>
        <p:nvSpPr>
          <p:cNvPr id="9" name="Slide Number Placeholder 8"/>
          <p:cNvSpPr>
            <a:spLocks noGrp="1"/>
          </p:cNvSpPr>
          <p:nvPr>
            <p:ph type="sldNum" sz="quarter" idx="12"/>
          </p:nvPr>
        </p:nvSpPr>
        <p:spPr/>
        <p:txBody>
          <a:bodyPr/>
          <a:lstStyle>
            <a:lvl1pPr>
              <a:defRPr/>
            </a:lvl1pPr>
          </a:lstStyle>
          <a:p>
            <a:pPr>
              <a:defRPr/>
            </a:pPr>
            <a:fld id="{A246BB36-18C6-4FE9-B805-A8C3DE15B00B}" type="slidenum">
              <a:rPr lang="en-US"/>
              <a:pPr>
                <a:defRPr/>
              </a:pPr>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lstStyle>
            <a:lvl1pPr algn="l">
              <a:defRPr sz="4600"/>
            </a:lvl1pPr>
          </a:lstStyle>
          <a:p>
            <a:r>
              <a:rPr lang="en-US"/>
              <a:t>Click to edit Master title style</a:t>
            </a:r>
          </a:p>
        </p:txBody>
      </p:sp>
      <p:sp>
        <p:nvSpPr>
          <p:cNvPr id="3" name="Date Placeholder 9"/>
          <p:cNvSpPr>
            <a:spLocks noGrp="1"/>
          </p:cNvSpPr>
          <p:nvPr>
            <p:ph type="dt" sz="half" idx="10"/>
          </p:nvPr>
        </p:nvSpPr>
        <p:spPr/>
        <p:txBody>
          <a:bodyPr/>
          <a:lstStyle>
            <a:lvl1pPr>
              <a:defRPr/>
            </a:lvl1pPr>
          </a:lstStyle>
          <a:p>
            <a:pPr>
              <a:defRPr/>
            </a:pPr>
            <a:fld id="{83A8CC13-011D-4FF1-A91B-6F32563F3107}" type="datetime4">
              <a:rPr lang="en-US"/>
              <a:pPr>
                <a:defRPr/>
              </a:pPr>
              <a:t>June 8, 2024</a:t>
            </a:fld>
            <a:endParaRPr lang="en-US"/>
          </a:p>
        </p:txBody>
      </p:sp>
      <p:sp>
        <p:nvSpPr>
          <p:cNvPr id="4" name="Footer Placeholder 21"/>
          <p:cNvSpPr>
            <a:spLocks noGrp="1"/>
          </p:cNvSpPr>
          <p:nvPr>
            <p:ph type="ftr" sz="quarter" idx="11"/>
          </p:nvPr>
        </p:nvSpPr>
        <p:spPr/>
        <p:txBody>
          <a:bodyPr/>
          <a:lstStyle>
            <a:lvl1pPr>
              <a:defRPr/>
            </a:lvl1pPr>
          </a:lstStyle>
          <a:p>
            <a:pPr>
              <a:defRPr/>
            </a:pPr>
            <a:r>
              <a:rPr lang="en-US"/>
              <a:t>MSRIT, Bangalore - 54</a:t>
            </a:r>
          </a:p>
        </p:txBody>
      </p:sp>
      <p:sp>
        <p:nvSpPr>
          <p:cNvPr id="5" name="Slide Number Placeholder 17"/>
          <p:cNvSpPr>
            <a:spLocks noGrp="1"/>
          </p:cNvSpPr>
          <p:nvPr>
            <p:ph type="sldNum" sz="quarter" idx="12"/>
          </p:nvPr>
        </p:nvSpPr>
        <p:spPr/>
        <p:txBody>
          <a:bodyPr/>
          <a:lstStyle>
            <a:lvl1pPr>
              <a:defRPr/>
            </a:lvl1pPr>
          </a:lstStyle>
          <a:p>
            <a:pPr>
              <a:defRPr/>
            </a:pPr>
            <a:fld id="{408C28FB-DE10-4C5E-A921-43ECF992E87A}" type="slidenum">
              <a:rPr lang="en-US"/>
              <a:pPr>
                <a:defRPr/>
              </a:pPr>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fld id="{01994FAC-2DE5-41E9-9A24-8A1E7CF1B5A0}" type="datetime4">
              <a:rPr lang="en-US"/>
              <a:pPr>
                <a:defRPr/>
              </a:pPr>
              <a:t>June 8, 2024</a:t>
            </a:fld>
            <a:endParaRPr lang="en-US"/>
          </a:p>
        </p:txBody>
      </p:sp>
      <p:sp>
        <p:nvSpPr>
          <p:cNvPr id="3" name="Footer Placeholder 21"/>
          <p:cNvSpPr>
            <a:spLocks noGrp="1"/>
          </p:cNvSpPr>
          <p:nvPr>
            <p:ph type="ftr" sz="quarter" idx="11"/>
          </p:nvPr>
        </p:nvSpPr>
        <p:spPr/>
        <p:txBody>
          <a:bodyPr/>
          <a:lstStyle>
            <a:lvl1pPr>
              <a:defRPr/>
            </a:lvl1pPr>
          </a:lstStyle>
          <a:p>
            <a:pPr>
              <a:defRPr/>
            </a:pPr>
            <a:r>
              <a:rPr lang="en-US"/>
              <a:t>MSRIT, Bangalore - 54</a:t>
            </a:r>
          </a:p>
        </p:txBody>
      </p:sp>
      <p:sp>
        <p:nvSpPr>
          <p:cNvPr id="4" name="Slide Number Placeholder 17"/>
          <p:cNvSpPr>
            <a:spLocks noGrp="1"/>
          </p:cNvSpPr>
          <p:nvPr>
            <p:ph type="sldNum" sz="quarter" idx="12"/>
          </p:nvPr>
        </p:nvSpPr>
        <p:spPr/>
        <p:txBody>
          <a:bodyPr/>
          <a:lstStyle>
            <a:lvl1pPr>
              <a:defRPr/>
            </a:lvl1pPr>
          </a:lstStyle>
          <a:p>
            <a:pPr>
              <a:defRPr/>
            </a:pPr>
            <a:fld id="{2AABB723-660E-4467-8A37-055799D186E4}" type="slidenum">
              <a:rPr lang="en-US"/>
              <a:pPr>
                <a:defRPr/>
              </a:pPr>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lang="en-US"/>
              <a:t>Click to edit Master title style</a:t>
            </a:r>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b="1"/>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b="1"/>
            </a:lvl1pPr>
            <a:lvl2pPr>
              <a:defRPr sz="2400" b="1"/>
            </a:lvl2pPr>
            <a:lvl3pPr>
              <a:defRPr sz="2200" b="1"/>
            </a:lvl3pPr>
            <a:lvl4pPr>
              <a:defRPr sz="2000" b="1"/>
            </a:lvl4pPr>
            <a:lvl5pPr>
              <a:defRPr sz="20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pPr>
              <a:defRPr/>
            </a:pPr>
            <a:fld id="{6BDFC0E5-92B9-4058-9E1A-1150FD45C641}" type="datetime4">
              <a:rPr lang="en-US"/>
              <a:pPr>
                <a:defRPr/>
              </a:pPr>
              <a:t>June 8, 2024</a:t>
            </a:fld>
            <a:endParaRPr lang="en-US"/>
          </a:p>
        </p:txBody>
      </p:sp>
      <p:sp>
        <p:nvSpPr>
          <p:cNvPr id="6" name="Footer Placeholder 5"/>
          <p:cNvSpPr>
            <a:spLocks noGrp="1"/>
          </p:cNvSpPr>
          <p:nvPr>
            <p:ph type="ftr" sz="quarter" idx="11"/>
          </p:nvPr>
        </p:nvSpPr>
        <p:spPr/>
        <p:txBody>
          <a:bodyPr/>
          <a:lstStyle>
            <a:lvl1pPr>
              <a:defRPr/>
            </a:lvl1pPr>
          </a:lstStyle>
          <a:p>
            <a:pPr>
              <a:defRPr/>
            </a:pPr>
            <a:r>
              <a:rPr lang="en-US"/>
              <a:t>MSRIT, Bangalore - 54</a:t>
            </a:r>
          </a:p>
        </p:txBody>
      </p:sp>
      <p:sp>
        <p:nvSpPr>
          <p:cNvPr id="7" name="Slide Number Placeholder 6"/>
          <p:cNvSpPr>
            <a:spLocks noGrp="1"/>
          </p:cNvSpPr>
          <p:nvPr>
            <p:ph type="sldNum" sz="quarter" idx="12"/>
          </p:nvPr>
        </p:nvSpPr>
        <p:spPr>
          <a:xfrm>
            <a:off x="8156575" y="6421438"/>
            <a:ext cx="762000" cy="365125"/>
          </a:xfrm>
        </p:spPr>
        <p:txBody>
          <a:bodyPr/>
          <a:lstStyle>
            <a:lvl1pPr>
              <a:defRPr/>
            </a:lvl1pPr>
          </a:lstStyle>
          <a:p>
            <a:pPr>
              <a:defRPr/>
            </a:pPr>
            <a:fld id="{10998E90-0A32-499E-B1BB-FF45A4E227C1}" type="slidenum">
              <a:rPr lang="en-US"/>
              <a:pPr>
                <a:defRPr/>
              </a:pPr>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62600" y="1219200"/>
            <a:ext cx="3053868" cy="1253808"/>
          </a:xfrm>
        </p:spPr>
        <p:txBody>
          <a:bodyPr anchor="b"/>
          <a:lstStyle>
            <a:lvl1pPr algn="l">
              <a:buNone/>
              <a:defRPr sz="2200" b="1">
                <a:solidFill>
                  <a:srgbClr val="FFD03B"/>
                </a:solidFill>
              </a:defRPr>
            </a:lvl1pPr>
          </a:lstStyle>
          <a:p>
            <a:r>
              <a:rPr lang="en-US"/>
              <a:t>Click to edit Master title style</a:t>
            </a:r>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normAutofit/>
          </a:bodyPr>
          <a:lstStyle>
            <a:lvl1pPr marL="0" indent="0">
              <a:buNone/>
              <a:defRPr sz="3200"/>
            </a:lvl1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5562600" y="2743200"/>
            <a:ext cx="3053866" cy="2663482"/>
          </a:xfrm>
        </p:spPr>
        <p:txBody>
          <a:bodyPr lIns="45720" rIns="45720"/>
          <a:lstStyle>
            <a:lvl1pPr marL="0" indent="0">
              <a:buFontTx/>
              <a:buNone/>
              <a:defRPr sz="1200" b="1"/>
            </a:lvl1pPr>
            <a:lvl2pPr>
              <a:buFontTx/>
              <a:buNone/>
              <a:defRPr sz="1200"/>
            </a:lvl2pPr>
            <a:lvl3pPr>
              <a:buFontTx/>
              <a:buNone/>
              <a:defRPr sz="1000"/>
            </a:lvl3pPr>
            <a:lvl4pPr>
              <a:buFontTx/>
              <a:buNone/>
              <a:defRPr sz="900"/>
            </a:lvl4pPr>
            <a:lvl5pPr>
              <a:buFontTx/>
              <a:buNone/>
              <a:defRPr sz="900"/>
            </a:lvl5pPr>
          </a:lstStyle>
          <a:p>
            <a:pPr lvl="0"/>
            <a:r>
              <a:rPr lang="en-US"/>
              <a:t>Click to edit Master text styles</a:t>
            </a:r>
          </a:p>
        </p:txBody>
      </p:sp>
      <p:sp>
        <p:nvSpPr>
          <p:cNvPr id="5" name="Date Placeholder 9"/>
          <p:cNvSpPr>
            <a:spLocks noGrp="1"/>
          </p:cNvSpPr>
          <p:nvPr>
            <p:ph type="dt" sz="half" idx="10"/>
          </p:nvPr>
        </p:nvSpPr>
        <p:spPr/>
        <p:txBody>
          <a:bodyPr/>
          <a:lstStyle>
            <a:lvl1pPr>
              <a:defRPr/>
            </a:lvl1pPr>
          </a:lstStyle>
          <a:p>
            <a:pPr>
              <a:defRPr/>
            </a:pPr>
            <a:fld id="{2FF0269C-98B0-431C-9C3C-6AD045396D3C}" type="datetime4">
              <a:rPr lang="en-US"/>
              <a:pPr>
                <a:defRPr/>
              </a:pPr>
              <a:t>June 8, 2024</a:t>
            </a:fld>
            <a:endParaRPr lang="en-US"/>
          </a:p>
        </p:txBody>
      </p:sp>
      <p:sp>
        <p:nvSpPr>
          <p:cNvPr id="6" name="Footer Placeholder 21"/>
          <p:cNvSpPr>
            <a:spLocks noGrp="1"/>
          </p:cNvSpPr>
          <p:nvPr>
            <p:ph type="ftr" sz="quarter" idx="11"/>
          </p:nvPr>
        </p:nvSpPr>
        <p:spPr/>
        <p:txBody>
          <a:bodyPr/>
          <a:lstStyle>
            <a:lvl1pPr>
              <a:defRPr/>
            </a:lvl1pPr>
          </a:lstStyle>
          <a:p>
            <a:pPr>
              <a:defRPr/>
            </a:pPr>
            <a:r>
              <a:rPr lang="en-US"/>
              <a:t>MSRIT, Bangalore - 54</a:t>
            </a:r>
          </a:p>
        </p:txBody>
      </p:sp>
      <p:sp>
        <p:nvSpPr>
          <p:cNvPr id="7" name="Slide Number Placeholder 17"/>
          <p:cNvSpPr>
            <a:spLocks noGrp="1"/>
          </p:cNvSpPr>
          <p:nvPr>
            <p:ph type="sldNum" sz="quarter" idx="12"/>
          </p:nvPr>
        </p:nvSpPr>
        <p:spPr/>
        <p:txBody>
          <a:bodyPr/>
          <a:lstStyle>
            <a:lvl1pPr>
              <a:defRPr/>
            </a:lvl1pPr>
          </a:lstStyle>
          <a:p>
            <a:pPr>
              <a:defRPr/>
            </a:pPr>
            <a:fld id="{E766B00E-CF0F-496B-9F75-F8C31B645E5F}" type="slidenum">
              <a:rPr lang="en-US"/>
              <a:pPr>
                <a:defRPr/>
              </a:pPr>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lvl1pPr>
              <a:defRPr b="1"/>
            </a:lvl1pPr>
            <a:lvl2pPr>
              <a:defRPr b="1"/>
            </a:lvl2pPr>
            <a:lvl3pPr>
              <a:defRPr b="1"/>
            </a:lvl3pPr>
            <a:lvl4pPr>
              <a:defRPr b="1"/>
            </a:lvl4pPr>
            <a:lvl5pPr>
              <a:defRPr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46E299F9-016B-44F3-9982-C9355A2155B3}" type="datetime4">
              <a:rPr lang="en-US"/>
              <a:pPr>
                <a:defRPr/>
              </a:pPr>
              <a:t>June 8, 2024</a:t>
            </a:fld>
            <a:endParaRPr lang="en-US"/>
          </a:p>
        </p:txBody>
      </p:sp>
      <p:sp>
        <p:nvSpPr>
          <p:cNvPr id="5" name="Footer Placeholder 21"/>
          <p:cNvSpPr>
            <a:spLocks noGrp="1"/>
          </p:cNvSpPr>
          <p:nvPr>
            <p:ph type="ftr" sz="quarter" idx="11"/>
          </p:nvPr>
        </p:nvSpPr>
        <p:spPr/>
        <p:txBody>
          <a:bodyPr/>
          <a:lstStyle>
            <a:lvl1pPr>
              <a:defRPr/>
            </a:lvl1pPr>
          </a:lstStyle>
          <a:p>
            <a:pPr>
              <a:defRPr/>
            </a:pPr>
            <a:r>
              <a:rPr lang="en-US"/>
              <a:t>MSRIT, Bangalore - 54</a:t>
            </a:r>
          </a:p>
        </p:txBody>
      </p:sp>
      <p:sp>
        <p:nvSpPr>
          <p:cNvPr id="6" name="Slide Number Placeholder 17"/>
          <p:cNvSpPr>
            <a:spLocks noGrp="1"/>
          </p:cNvSpPr>
          <p:nvPr>
            <p:ph type="sldNum" sz="quarter" idx="12"/>
          </p:nvPr>
        </p:nvSpPr>
        <p:spPr/>
        <p:txBody>
          <a:bodyPr/>
          <a:lstStyle>
            <a:lvl1pPr>
              <a:defRPr/>
            </a:lvl1pPr>
          </a:lstStyle>
          <a:p>
            <a:pPr>
              <a:defRPr/>
            </a:pPr>
            <a:fld id="{3026275E-019F-4DBF-9570-2B2CFE581BE3}" type="slidenum">
              <a:rPr lang="en-US"/>
              <a:pPr>
                <a:defRPr/>
              </a:pPr>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lvl1pPr>
              <a:defRPr b="1"/>
            </a:lvl1pPr>
            <a:lvl2pPr>
              <a:defRPr b="1"/>
            </a:lvl2pPr>
            <a:lvl3pPr>
              <a:defRPr b="1"/>
            </a:lvl3pPr>
            <a:lvl4pPr>
              <a:defRPr b="1"/>
            </a:lvl4pPr>
            <a:lvl5pPr>
              <a:defRPr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235DA6DD-3B24-4DF3-9704-5628DCCB3A4F}" type="datetime4">
              <a:rPr lang="en-US"/>
              <a:pPr>
                <a:defRPr/>
              </a:pPr>
              <a:t>June 8, 2024</a:t>
            </a:fld>
            <a:endParaRPr lang="en-US"/>
          </a:p>
        </p:txBody>
      </p:sp>
      <p:sp>
        <p:nvSpPr>
          <p:cNvPr id="5" name="Footer Placeholder 21"/>
          <p:cNvSpPr>
            <a:spLocks noGrp="1"/>
          </p:cNvSpPr>
          <p:nvPr>
            <p:ph type="ftr" sz="quarter" idx="11"/>
          </p:nvPr>
        </p:nvSpPr>
        <p:spPr/>
        <p:txBody>
          <a:bodyPr/>
          <a:lstStyle>
            <a:lvl1pPr>
              <a:defRPr/>
            </a:lvl1pPr>
          </a:lstStyle>
          <a:p>
            <a:pPr>
              <a:defRPr/>
            </a:pPr>
            <a:r>
              <a:rPr lang="en-US"/>
              <a:t>MSRIT, Bangalore - 54</a:t>
            </a:r>
          </a:p>
        </p:txBody>
      </p:sp>
      <p:sp>
        <p:nvSpPr>
          <p:cNvPr id="6" name="Slide Number Placeholder 17"/>
          <p:cNvSpPr>
            <a:spLocks noGrp="1"/>
          </p:cNvSpPr>
          <p:nvPr>
            <p:ph type="sldNum" sz="quarter" idx="12"/>
          </p:nvPr>
        </p:nvSpPr>
        <p:spPr/>
        <p:txBody>
          <a:bodyPr/>
          <a:lstStyle>
            <a:lvl1pPr>
              <a:defRPr/>
            </a:lvl1pPr>
          </a:lstStyle>
          <a:p>
            <a:pPr>
              <a:defRPr/>
            </a:pPr>
            <a:fld id="{614E3C3C-488C-4C21-8865-BBB9440A05BB}" type="slidenum">
              <a:rPr lang="en-US"/>
              <a:pPr>
                <a:defRPr/>
              </a:pPr>
              <a:t>‹#›</a:t>
            </a:fld>
            <a:endParaRPr 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b="1">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D24EE324-7AFF-46B2-A17A-120FCC0BF172}" type="datetime4">
              <a:rPr lang="en-US"/>
              <a:pPr>
                <a:defRPr/>
              </a:pPr>
              <a:t>June 8, 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MSRIT, Bangalore - 54</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8B9E0CA6-51E5-4909-A9E7-74F83F1586A3}" type="slidenum">
              <a:rPr lang="en-US"/>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2_Title Slide">
    <p:spTree>
      <p:nvGrpSpPr>
        <p:cNvPr id="1" name=""/>
        <p:cNvGrpSpPr/>
        <p:nvPr/>
      </p:nvGrpSpPr>
      <p:grpSpPr>
        <a:xfrm>
          <a:off x="0" y="0"/>
          <a:ext cx="0" cy="0"/>
          <a:chOff x="0" y="0"/>
          <a:chExt cx="0" cy="0"/>
        </a:xfrm>
      </p:grpSpPr>
      <p:sp>
        <p:nvSpPr>
          <p:cNvPr id="4" name="Rectangle 3"/>
          <p:cNvSpPr/>
          <p:nvPr userDrawn="1"/>
        </p:nvSpPr>
        <p:spPr>
          <a:xfrm>
            <a:off x="0" y="0"/>
            <a:ext cx="9144000" cy="914400"/>
          </a:xfrm>
          <a:prstGeom prst="rect">
            <a:avLst/>
          </a:prstGeom>
          <a:solidFill>
            <a:srgbClr val="2F71A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b="1">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5" name="Date Placeholder 3"/>
          <p:cNvSpPr>
            <a:spLocks noGrp="1"/>
          </p:cNvSpPr>
          <p:nvPr>
            <p:ph type="dt" sz="half" idx="10"/>
          </p:nvPr>
        </p:nvSpPr>
        <p:spPr/>
        <p:txBody>
          <a:bodyPr/>
          <a:lstStyle>
            <a:lvl1pPr>
              <a:defRPr/>
            </a:lvl1pPr>
          </a:lstStyle>
          <a:p>
            <a:pPr>
              <a:defRPr/>
            </a:pPr>
            <a:fld id="{8C130FB4-5FD8-4ECD-81D1-81B7DB878539}" type="datetime4">
              <a:rPr lang="en-US"/>
              <a:pPr>
                <a:defRPr/>
              </a:pPr>
              <a:t>June 8, 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MSRIT, Bangalore - 54</a:t>
            </a:r>
          </a:p>
        </p:txBody>
      </p:sp>
      <p:sp>
        <p:nvSpPr>
          <p:cNvPr id="7" name="Slide Number Placeholder 5"/>
          <p:cNvSpPr>
            <a:spLocks noGrp="1"/>
          </p:cNvSpPr>
          <p:nvPr>
            <p:ph type="sldNum" sz="quarter" idx="12"/>
          </p:nvPr>
        </p:nvSpPr>
        <p:spPr/>
        <p:txBody>
          <a:bodyPr/>
          <a:lstStyle>
            <a:lvl1pPr>
              <a:defRPr/>
            </a:lvl1pPr>
          </a:lstStyle>
          <a:p>
            <a:pPr>
              <a:defRPr/>
            </a:pPr>
            <a:fld id="{F0EEE149-5D86-4BF5-BCC2-4D8A9996A715}" type="slidenum">
              <a:rPr lang="en-US"/>
              <a:pPr>
                <a:defRPr/>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cSld name="1_Title Slide">
    <p:spTree>
      <p:nvGrpSpPr>
        <p:cNvPr id="1" name=""/>
        <p:cNvGrpSpPr/>
        <p:nvPr/>
      </p:nvGrpSpPr>
      <p:grpSpPr>
        <a:xfrm>
          <a:off x="0" y="0"/>
          <a:ext cx="0" cy="0"/>
          <a:chOff x="0" y="0"/>
          <a:chExt cx="0" cy="0"/>
        </a:xfrm>
      </p:grpSpPr>
      <p:sp>
        <p:nvSpPr>
          <p:cNvPr id="2" name="Text Box 4"/>
          <p:cNvSpPr txBox="1">
            <a:spLocks noChangeArrowheads="1"/>
          </p:cNvSpPr>
          <p:nvPr/>
        </p:nvSpPr>
        <p:spPr bwMode="auto">
          <a:xfrm>
            <a:off x="1431925" y="36513"/>
            <a:ext cx="184150" cy="366712"/>
          </a:xfrm>
          <a:prstGeom prst="rect">
            <a:avLst/>
          </a:prstGeom>
          <a:noFill/>
          <a:ln>
            <a:noFill/>
          </a:ln>
        </p:spPr>
        <p:txBody>
          <a:bodyPr wrap="none">
            <a:spAutoFit/>
          </a:bodyPr>
          <a:lstStyle>
            <a:lvl1pPr eaLnBrk="0" hangingPunct="0">
              <a:defRPr sz="3200">
                <a:solidFill>
                  <a:srgbClr val="000066"/>
                </a:solidFill>
                <a:latin typeface="Berlin Sans FB" pitchFamily="34" charset="0"/>
                <a:cs typeface="Arial" pitchFamily="34" charset="0"/>
              </a:defRPr>
            </a:lvl1pPr>
            <a:lvl2pPr marL="742950" indent="-285750" eaLnBrk="0" hangingPunct="0">
              <a:defRPr sz="3200">
                <a:solidFill>
                  <a:srgbClr val="000066"/>
                </a:solidFill>
                <a:latin typeface="Berlin Sans FB" pitchFamily="34" charset="0"/>
                <a:cs typeface="Arial" pitchFamily="34" charset="0"/>
              </a:defRPr>
            </a:lvl2pPr>
            <a:lvl3pPr marL="1143000" indent="-228600" eaLnBrk="0" hangingPunct="0">
              <a:defRPr sz="3200">
                <a:solidFill>
                  <a:srgbClr val="000066"/>
                </a:solidFill>
                <a:latin typeface="Berlin Sans FB" pitchFamily="34" charset="0"/>
                <a:cs typeface="Arial" pitchFamily="34" charset="0"/>
              </a:defRPr>
            </a:lvl3pPr>
            <a:lvl4pPr marL="1600200" indent="-228600" eaLnBrk="0" hangingPunct="0">
              <a:defRPr sz="3200">
                <a:solidFill>
                  <a:srgbClr val="000066"/>
                </a:solidFill>
                <a:latin typeface="Berlin Sans FB" pitchFamily="34" charset="0"/>
                <a:cs typeface="Arial" pitchFamily="34" charset="0"/>
              </a:defRPr>
            </a:lvl4pPr>
            <a:lvl5pPr marL="2057400" indent="-228600" eaLnBrk="0" hangingPunct="0">
              <a:defRPr sz="3200">
                <a:solidFill>
                  <a:srgbClr val="000066"/>
                </a:solidFill>
                <a:latin typeface="Berlin Sans FB" pitchFamily="34" charset="0"/>
                <a:cs typeface="Arial" pitchFamily="34" charset="0"/>
              </a:defRPr>
            </a:lvl5pPr>
            <a:lvl6pPr marL="2514600" indent="-228600" eaLnBrk="0" fontAlgn="base" hangingPunct="0">
              <a:spcBef>
                <a:spcPct val="0"/>
              </a:spcBef>
              <a:spcAft>
                <a:spcPct val="0"/>
              </a:spcAft>
              <a:defRPr sz="3200">
                <a:solidFill>
                  <a:srgbClr val="000066"/>
                </a:solidFill>
                <a:latin typeface="Berlin Sans FB" pitchFamily="34" charset="0"/>
                <a:cs typeface="Arial" pitchFamily="34" charset="0"/>
              </a:defRPr>
            </a:lvl6pPr>
            <a:lvl7pPr marL="2971800" indent="-228600" eaLnBrk="0" fontAlgn="base" hangingPunct="0">
              <a:spcBef>
                <a:spcPct val="0"/>
              </a:spcBef>
              <a:spcAft>
                <a:spcPct val="0"/>
              </a:spcAft>
              <a:defRPr sz="3200">
                <a:solidFill>
                  <a:srgbClr val="000066"/>
                </a:solidFill>
                <a:latin typeface="Berlin Sans FB" pitchFamily="34" charset="0"/>
                <a:cs typeface="Arial" pitchFamily="34" charset="0"/>
              </a:defRPr>
            </a:lvl7pPr>
            <a:lvl8pPr marL="3429000" indent="-228600" eaLnBrk="0" fontAlgn="base" hangingPunct="0">
              <a:spcBef>
                <a:spcPct val="0"/>
              </a:spcBef>
              <a:spcAft>
                <a:spcPct val="0"/>
              </a:spcAft>
              <a:defRPr sz="3200">
                <a:solidFill>
                  <a:srgbClr val="000066"/>
                </a:solidFill>
                <a:latin typeface="Berlin Sans FB" pitchFamily="34" charset="0"/>
                <a:cs typeface="Arial" pitchFamily="34" charset="0"/>
              </a:defRPr>
            </a:lvl8pPr>
            <a:lvl9pPr marL="3886200" indent="-228600" eaLnBrk="0" fontAlgn="base" hangingPunct="0">
              <a:spcBef>
                <a:spcPct val="0"/>
              </a:spcBef>
              <a:spcAft>
                <a:spcPct val="0"/>
              </a:spcAft>
              <a:defRPr sz="3200">
                <a:solidFill>
                  <a:srgbClr val="000066"/>
                </a:solidFill>
                <a:latin typeface="Berlin Sans FB" pitchFamily="34" charset="0"/>
                <a:cs typeface="Arial" pitchFamily="34" charset="0"/>
              </a:defRPr>
            </a:lvl9pPr>
          </a:lstStyle>
          <a:p>
            <a:pPr algn="ctr" eaLnBrk="1" hangingPunct="1">
              <a:defRPr/>
            </a:pPr>
            <a:endParaRPr lang="en-US" sz="1800">
              <a:solidFill>
                <a:srgbClr val="000000"/>
              </a:solidFill>
            </a:endParaRPr>
          </a:p>
        </p:txBody>
      </p:sp>
      <p:sp>
        <p:nvSpPr>
          <p:cNvPr id="3" name="Text Box 5"/>
          <p:cNvSpPr txBox="1">
            <a:spLocks noChangeArrowheads="1"/>
          </p:cNvSpPr>
          <p:nvPr/>
        </p:nvSpPr>
        <p:spPr bwMode="auto">
          <a:xfrm>
            <a:off x="1584325" y="265113"/>
            <a:ext cx="6950075" cy="366712"/>
          </a:xfrm>
          <a:prstGeom prst="rect">
            <a:avLst/>
          </a:prstGeom>
          <a:noFill/>
          <a:ln>
            <a:noFill/>
          </a:ln>
        </p:spPr>
        <p:txBody>
          <a:bodyPr>
            <a:spAutoFit/>
          </a:bodyPr>
          <a:lstStyle>
            <a:lvl1pPr eaLnBrk="0" hangingPunct="0">
              <a:defRPr sz="3200">
                <a:solidFill>
                  <a:srgbClr val="000066"/>
                </a:solidFill>
                <a:latin typeface="Berlin Sans FB" pitchFamily="34" charset="0"/>
                <a:cs typeface="Arial" pitchFamily="34" charset="0"/>
              </a:defRPr>
            </a:lvl1pPr>
            <a:lvl2pPr marL="742950" indent="-285750" eaLnBrk="0" hangingPunct="0">
              <a:defRPr sz="3200">
                <a:solidFill>
                  <a:srgbClr val="000066"/>
                </a:solidFill>
                <a:latin typeface="Berlin Sans FB" pitchFamily="34" charset="0"/>
                <a:cs typeface="Arial" pitchFamily="34" charset="0"/>
              </a:defRPr>
            </a:lvl2pPr>
            <a:lvl3pPr marL="1143000" indent="-228600" eaLnBrk="0" hangingPunct="0">
              <a:defRPr sz="3200">
                <a:solidFill>
                  <a:srgbClr val="000066"/>
                </a:solidFill>
                <a:latin typeface="Berlin Sans FB" pitchFamily="34" charset="0"/>
                <a:cs typeface="Arial" pitchFamily="34" charset="0"/>
              </a:defRPr>
            </a:lvl3pPr>
            <a:lvl4pPr marL="1600200" indent="-228600" eaLnBrk="0" hangingPunct="0">
              <a:defRPr sz="3200">
                <a:solidFill>
                  <a:srgbClr val="000066"/>
                </a:solidFill>
                <a:latin typeface="Berlin Sans FB" pitchFamily="34" charset="0"/>
                <a:cs typeface="Arial" pitchFamily="34" charset="0"/>
              </a:defRPr>
            </a:lvl4pPr>
            <a:lvl5pPr marL="2057400" indent="-228600" eaLnBrk="0" hangingPunct="0">
              <a:defRPr sz="3200">
                <a:solidFill>
                  <a:srgbClr val="000066"/>
                </a:solidFill>
                <a:latin typeface="Berlin Sans FB" pitchFamily="34" charset="0"/>
                <a:cs typeface="Arial" pitchFamily="34" charset="0"/>
              </a:defRPr>
            </a:lvl5pPr>
            <a:lvl6pPr marL="2514600" indent="-228600" eaLnBrk="0" fontAlgn="base" hangingPunct="0">
              <a:spcBef>
                <a:spcPct val="0"/>
              </a:spcBef>
              <a:spcAft>
                <a:spcPct val="0"/>
              </a:spcAft>
              <a:defRPr sz="3200">
                <a:solidFill>
                  <a:srgbClr val="000066"/>
                </a:solidFill>
                <a:latin typeface="Berlin Sans FB" pitchFamily="34" charset="0"/>
                <a:cs typeface="Arial" pitchFamily="34" charset="0"/>
              </a:defRPr>
            </a:lvl6pPr>
            <a:lvl7pPr marL="2971800" indent="-228600" eaLnBrk="0" fontAlgn="base" hangingPunct="0">
              <a:spcBef>
                <a:spcPct val="0"/>
              </a:spcBef>
              <a:spcAft>
                <a:spcPct val="0"/>
              </a:spcAft>
              <a:defRPr sz="3200">
                <a:solidFill>
                  <a:srgbClr val="000066"/>
                </a:solidFill>
                <a:latin typeface="Berlin Sans FB" pitchFamily="34" charset="0"/>
                <a:cs typeface="Arial" pitchFamily="34" charset="0"/>
              </a:defRPr>
            </a:lvl7pPr>
            <a:lvl8pPr marL="3429000" indent="-228600" eaLnBrk="0" fontAlgn="base" hangingPunct="0">
              <a:spcBef>
                <a:spcPct val="0"/>
              </a:spcBef>
              <a:spcAft>
                <a:spcPct val="0"/>
              </a:spcAft>
              <a:defRPr sz="3200">
                <a:solidFill>
                  <a:srgbClr val="000066"/>
                </a:solidFill>
                <a:latin typeface="Berlin Sans FB" pitchFamily="34" charset="0"/>
                <a:cs typeface="Arial" pitchFamily="34" charset="0"/>
              </a:defRPr>
            </a:lvl8pPr>
            <a:lvl9pPr marL="3886200" indent="-228600" eaLnBrk="0" fontAlgn="base" hangingPunct="0">
              <a:spcBef>
                <a:spcPct val="0"/>
              </a:spcBef>
              <a:spcAft>
                <a:spcPct val="0"/>
              </a:spcAft>
              <a:defRPr sz="3200">
                <a:solidFill>
                  <a:srgbClr val="000066"/>
                </a:solidFill>
                <a:latin typeface="Berlin Sans FB" pitchFamily="34" charset="0"/>
                <a:cs typeface="Arial" pitchFamily="34" charset="0"/>
              </a:defRPr>
            </a:lvl9pPr>
          </a:lstStyle>
          <a:p>
            <a:pPr algn="ctr" eaLnBrk="1" hangingPunct="1">
              <a:defRPr/>
            </a:pPr>
            <a:endParaRPr lang="en-US" sz="1800">
              <a:solidFill>
                <a:srgbClr val="000000"/>
              </a:solidFill>
            </a:endParaRPr>
          </a:p>
        </p:txBody>
      </p:sp>
      <p:sp>
        <p:nvSpPr>
          <p:cNvPr id="4" name="Text Box 6"/>
          <p:cNvSpPr txBox="1">
            <a:spLocks noChangeArrowheads="1"/>
          </p:cNvSpPr>
          <p:nvPr/>
        </p:nvSpPr>
        <p:spPr bwMode="auto">
          <a:xfrm>
            <a:off x="152400" y="0"/>
            <a:ext cx="8778875" cy="366713"/>
          </a:xfrm>
          <a:prstGeom prst="rect">
            <a:avLst/>
          </a:prstGeom>
          <a:noFill/>
          <a:ln>
            <a:noFill/>
          </a:ln>
        </p:spPr>
        <p:txBody>
          <a:bodyPr>
            <a:spAutoFit/>
          </a:bodyPr>
          <a:lstStyle>
            <a:lvl1pPr eaLnBrk="0" hangingPunct="0">
              <a:defRPr sz="3200">
                <a:solidFill>
                  <a:srgbClr val="000066"/>
                </a:solidFill>
                <a:latin typeface="Berlin Sans FB" pitchFamily="34" charset="0"/>
                <a:cs typeface="Arial" pitchFamily="34" charset="0"/>
              </a:defRPr>
            </a:lvl1pPr>
            <a:lvl2pPr marL="742950" indent="-285750" eaLnBrk="0" hangingPunct="0">
              <a:defRPr sz="3200">
                <a:solidFill>
                  <a:srgbClr val="000066"/>
                </a:solidFill>
                <a:latin typeface="Berlin Sans FB" pitchFamily="34" charset="0"/>
                <a:cs typeface="Arial" pitchFamily="34" charset="0"/>
              </a:defRPr>
            </a:lvl2pPr>
            <a:lvl3pPr marL="1143000" indent="-228600" eaLnBrk="0" hangingPunct="0">
              <a:defRPr sz="3200">
                <a:solidFill>
                  <a:srgbClr val="000066"/>
                </a:solidFill>
                <a:latin typeface="Berlin Sans FB" pitchFamily="34" charset="0"/>
                <a:cs typeface="Arial" pitchFamily="34" charset="0"/>
              </a:defRPr>
            </a:lvl3pPr>
            <a:lvl4pPr marL="1600200" indent="-228600" eaLnBrk="0" hangingPunct="0">
              <a:defRPr sz="3200">
                <a:solidFill>
                  <a:srgbClr val="000066"/>
                </a:solidFill>
                <a:latin typeface="Berlin Sans FB" pitchFamily="34" charset="0"/>
                <a:cs typeface="Arial" pitchFamily="34" charset="0"/>
              </a:defRPr>
            </a:lvl4pPr>
            <a:lvl5pPr marL="2057400" indent="-228600" eaLnBrk="0" hangingPunct="0">
              <a:defRPr sz="3200">
                <a:solidFill>
                  <a:srgbClr val="000066"/>
                </a:solidFill>
                <a:latin typeface="Berlin Sans FB" pitchFamily="34" charset="0"/>
                <a:cs typeface="Arial" pitchFamily="34" charset="0"/>
              </a:defRPr>
            </a:lvl5pPr>
            <a:lvl6pPr marL="2514600" indent="-228600" eaLnBrk="0" fontAlgn="base" hangingPunct="0">
              <a:spcBef>
                <a:spcPct val="0"/>
              </a:spcBef>
              <a:spcAft>
                <a:spcPct val="0"/>
              </a:spcAft>
              <a:defRPr sz="3200">
                <a:solidFill>
                  <a:srgbClr val="000066"/>
                </a:solidFill>
                <a:latin typeface="Berlin Sans FB" pitchFamily="34" charset="0"/>
                <a:cs typeface="Arial" pitchFamily="34" charset="0"/>
              </a:defRPr>
            </a:lvl6pPr>
            <a:lvl7pPr marL="2971800" indent="-228600" eaLnBrk="0" fontAlgn="base" hangingPunct="0">
              <a:spcBef>
                <a:spcPct val="0"/>
              </a:spcBef>
              <a:spcAft>
                <a:spcPct val="0"/>
              </a:spcAft>
              <a:defRPr sz="3200">
                <a:solidFill>
                  <a:srgbClr val="000066"/>
                </a:solidFill>
                <a:latin typeface="Berlin Sans FB" pitchFamily="34" charset="0"/>
                <a:cs typeface="Arial" pitchFamily="34" charset="0"/>
              </a:defRPr>
            </a:lvl7pPr>
            <a:lvl8pPr marL="3429000" indent="-228600" eaLnBrk="0" fontAlgn="base" hangingPunct="0">
              <a:spcBef>
                <a:spcPct val="0"/>
              </a:spcBef>
              <a:spcAft>
                <a:spcPct val="0"/>
              </a:spcAft>
              <a:defRPr sz="3200">
                <a:solidFill>
                  <a:srgbClr val="000066"/>
                </a:solidFill>
                <a:latin typeface="Berlin Sans FB" pitchFamily="34" charset="0"/>
                <a:cs typeface="Arial" pitchFamily="34" charset="0"/>
              </a:defRPr>
            </a:lvl8pPr>
            <a:lvl9pPr marL="3886200" indent="-228600" eaLnBrk="0" fontAlgn="base" hangingPunct="0">
              <a:spcBef>
                <a:spcPct val="0"/>
              </a:spcBef>
              <a:spcAft>
                <a:spcPct val="0"/>
              </a:spcAft>
              <a:defRPr sz="3200">
                <a:solidFill>
                  <a:srgbClr val="000066"/>
                </a:solidFill>
                <a:latin typeface="Berlin Sans FB" pitchFamily="34" charset="0"/>
                <a:cs typeface="Arial" pitchFamily="34" charset="0"/>
              </a:defRPr>
            </a:lvl9pPr>
          </a:lstStyle>
          <a:p>
            <a:pPr algn="ctr" eaLnBrk="1" hangingPunct="1">
              <a:defRPr/>
            </a:pPr>
            <a:endParaRPr lang="en-US" sz="1800">
              <a:solidFill>
                <a:srgbClr val="000000"/>
              </a:solidFill>
            </a:endParaRPr>
          </a:p>
        </p:txBody>
      </p:sp>
      <p:sp>
        <p:nvSpPr>
          <p:cNvPr id="5" name="Text Box 7"/>
          <p:cNvSpPr txBox="1">
            <a:spLocks noChangeArrowheads="1"/>
          </p:cNvSpPr>
          <p:nvPr/>
        </p:nvSpPr>
        <p:spPr bwMode="auto">
          <a:xfrm>
            <a:off x="1431925" y="265113"/>
            <a:ext cx="184150" cy="366712"/>
          </a:xfrm>
          <a:prstGeom prst="rect">
            <a:avLst/>
          </a:prstGeom>
          <a:noFill/>
          <a:ln>
            <a:noFill/>
          </a:ln>
        </p:spPr>
        <p:txBody>
          <a:bodyPr wrap="none">
            <a:spAutoFit/>
          </a:bodyPr>
          <a:lstStyle>
            <a:lvl1pPr eaLnBrk="0" hangingPunct="0">
              <a:defRPr sz="3200">
                <a:solidFill>
                  <a:srgbClr val="000066"/>
                </a:solidFill>
                <a:latin typeface="Berlin Sans FB" pitchFamily="34" charset="0"/>
                <a:cs typeface="Arial" pitchFamily="34" charset="0"/>
              </a:defRPr>
            </a:lvl1pPr>
            <a:lvl2pPr marL="742950" indent="-285750" eaLnBrk="0" hangingPunct="0">
              <a:defRPr sz="3200">
                <a:solidFill>
                  <a:srgbClr val="000066"/>
                </a:solidFill>
                <a:latin typeface="Berlin Sans FB" pitchFamily="34" charset="0"/>
                <a:cs typeface="Arial" pitchFamily="34" charset="0"/>
              </a:defRPr>
            </a:lvl2pPr>
            <a:lvl3pPr marL="1143000" indent="-228600" eaLnBrk="0" hangingPunct="0">
              <a:defRPr sz="3200">
                <a:solidFill>
                  <a:srgbClr val="000066"/>
                </a:solidFill>
                <a:latin typeface="Berlin Sans FB" pitchFamily="34" charset="0"/>
                <a:cs typeface="Arial" pitchFamily="34" charset="0"/>
              </a:defRPr>
            </a:lvl3pPr>
            <a:lvl4pPr marL="1600200" indent="-228600" eaLnBrk="0" hangingPunct="0">
              <a:defRPr sz="3200">
                <a:solidFill>
                  <a:srgbClr val="000066"/>
                </a:solidFill>
                <a:latin typeface="Berlin Sans FB" pitchFamily="34" charset="0"/>
                <a:cs typeface="Arial" pitchFamily="34" charset="0"/>
              </a:defRPr>
            </a:lvl4pPr>
            <a:lvl5pPr marL="2057400" indent="-228600" eaLnBrk="0" hangingPunct="0">
              <a:defRPr sz="3200">
                <a:solidFill>
                  <a:srgbClr val="000066"/>
                </a:solidFill>
                <a:latin typeface="Berlin Sans FB" pitchFamily="34" charset="0"/>
                <a:cs typeface="Arial" pitchFamily="34" charset="0"/>
              </a:defRPr>
            </a:lvl5pPr>
            <a:lvl6pPr marL="2514600" indent="-228600" eaLnBrk="0" fontAlgn="base" hangingPunct="0">
              <a:spcBef>
                <a:spcPct val="0"/>
              </a:spcBef>
              <a:spcAft>
                <a:spcPct val="0"/>
              </a:spcAft>
              <a:defRPr sz="3200">
                <a:solidFill>
                  <a:srgbClr val="000066"/>
                </a:solidFill>
                <a:latin typeface="Berlin Sans FB" pitchFamily="34" charset="0"/>
                <a:cs typeface="Arial" pitchFamily="34" charset="0"/>
              </a:defRPr>
            </a:lvl6pPr>
            <a:lvl7pPr marL="2971800" indent="-228600" eaLnBrk="0" fontAlgn="base" hangingPunct="0">
              <a:spcBef>
                <a:spcPct val="0"/>
              </a:spcBef>
              <a:spcAft>
                <a:spcPct val="0"/>
              </a:spcAft>
              <a:defRPr sz="3200">
                <a:solidFill>
                  <a:srgbClr val="000066"/>
                </a:solidFill>
                <a:latin typeface="Berlin Sans FB" pitchFamily="34" charset="0"/>
                <a:cs typeface="Arial" pitchFamily="34" charset="0"/>
              </a:defRPr>
            </a:lvl7pPr>
            <a:lvl8pPr marL="3429000" indent="-228600" eaLnBrk="0" fontAlgn="base" hangingPunct="0">
              <a:spcBef>
                <a:spcPct val="0"/>
              </a:spcBef>
              <a:spcAft>
                <a:spcPct val="0"/>
              </a:spcAft>
              <a:defRPr sz="3200">
                <a:solidFill>
                  <a:srgbClr val="000066"/>
                </a:solidFill>
                <a:latin typeface="Berlin Sans FB" pitchFamily="34" charset="0"/>
                <a:cs typeface="Arial" pitchFamily="34" charset="0"/>
              </a:defRPr>
            </a:lvl8pPr>
            <a:lvl9pPr marL="3886200" indent="-228600" eaLnBrk="0" fontAlgn="base" hangingPunct="0">
              <a:spcBef>
                <a:spcPct val="0"/>
              </a:spcBef>
              <a:spcAft>
                <a:spcPct val="0"/>
              </a:spcAft>
              <a:defRPr sz="3200">
                <a:solidFill>
                  <a:srgbClr val="000066"/>
                </a:solidFill>
                <a:latin typeface="Berlin Sans FB" pitchFamily="34" charset="0"/>
                <a:cs typeface="Arial" pitchFamily="34" charset="0"/>
              </a:defRPr>
            </a:lvl9pPr>
          </a:lstStyle>
          <a:p>
            <a:pPr algn="ctr" eaLnBrk="1" hangingPunct="1">
              <a:defRPr/>
            </a:pPr>
            <a:endParaRPr lang="en-US" sz="1800">
              <a:solidFill>
                <a:srgbClr val="000000"/>
              </a:solidFill>
            </a:endParaRP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6/8/2024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500FA5C5-ACDE-4CE5-8F88-EAA3BB3D0149}" type="slidenum">
              <a:rPr lang="en-US"/>
              <a:pPr>
                <a:defRPr/>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6/8/2024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4E0BCCF-7462-48E6-B778-D24CBF182DD8}" type="slidenum">
              <a:rPr lang="en-US"/>
              <a:pPr>
                <a:defRPr/>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6/8/2024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7F63486-94B2-4EE8-9445-CF739CCABEE9}" type="slidenum">
              <a:rPr lang="en-US"/>
              <a:pPr>
                <a:defRPr/>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6/8/2024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8E7AD3D-6781-49D5-B9AF-0B5C050C74F7}" type="slidenum">
              <a:rPr lang="en-US"/>
              <a:pPr>
                <a:defRPr/>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6/8/2024</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6F3B8F54-97EB-4261-A859-2D2793E404F2}" type="slidenum">
              <a:rPr lang="en-US"/>
              <a:pPr>
                <a:defRPr/>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6/8/2024</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03E302A0-BDA2-4490-9595-ECCF8300A389}" type="slidenum">
              <a:rPr lang="en-US"/>
              <a:pPr>
                <a:defRPr/>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6/8/2024</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6372D3E8-0EA2-4A17-AD95-4D1BE7040DA3}" type="slidenum">
              <a:rPr lang="en-US"/>
              <a:pPr>
                <a:defRPr/>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6/8/2024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0DB134A9-DB4D-4F45-B954-56FE8F94127B}" type="slidenum">
              <a:rPr lang="en-US"/>
              <a:pPr>
                <a:defRPr/>
              </a:pPr>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6/8/2024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D73F91C-DDBF-4D87-9E17-D4F5866A4479}" type="slidenum">
              <a:rPr lang="en-US"/>
              <a:pPr>
                <a:defRPr/>
              </a:pPr>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6/8/2024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7A30F9E-5D22-4A54-B0B3-CAAB85DAD958}" type="slidenum">
              <a:rPr lang="en-US"/>
              <a:pPr>
                <a:defRPr/>
              </a:pPr>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5CA11FA-81BA-4E1A-93CB-0E664232FF38}" type="datetimeFigureOut">
              <a:rPr lang="en-US"/>
              <a:pPr>
                <a:defRPr/>
              </a:pPr>
              <a:t>6/8/2024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E1900FD-6772-40C7-929B-48B8C155F95C}"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2" name="Freeform 11"/>
          <p:cNvSpPr>
            <a:spLocks/>
          </p:cNvSpPr>
          <p:nvPr/>
        </p:nvSpPr>
        <p:spPr bwMode="auto">
          <a:xfrm>
            <a:off x="0" y="5410200"/>
            <a:ext cx="9144000" cy="1454150"/>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fontAlgn="auto">
              <a:spcBef>
                <a:spcPts val="0"/>
              </a:spcBef>
              <a:spcAft>
                <a:spcPts val="0"/>
              </a:spcAft>
              <a:defRPr/>
            </a:pPr>
            <a:endParaRPr lang="en-US">
              <a:latin typeface="+mn-lt"/>
              <a:cs typeface="+mn-cs"/>
            </a:endParaRPr>
          </a:p>
        </p:txBody>
      </p:sp>
      <p:sp>
        <p:nvSpPr>
          <p:cNvPr id="4099" name="Title Placeholder 8"/>
          <p:cNvSpPr>
            <a:spLocks noGrp="1"/>
          </p:cNvSpPr>
          <p:nvPr>
            <p:ph type="title"/>
          </p:nvPr>
        </p:nvSpPr>
        <p:spPr bwMode="auto">
          <a:xfrm>
            <a:off x="304800" y="152400"/>
            <a:ext cx="7620000" cy="990600"/>
          </a:xfrm>
          <a:prstGeom prst="rect">
            <a:avLst/>
          </a:prstGeom>
          <a:noFill/>
          <a:ln w="9525">
            <a:noFill/>
            <a:miter lim="800000"/>
            <a:headEnd/>
            <a:tailEnd/>
          </a:ln>
        </p:spPr>
        <p:txBody>
          <a:bodyPr vert="horz" wrap="square" lIns="45720" tIns="45720" rIns="45720" bIns="45720" numCol="1" anchor="ctr" anchorCtr="0" compatLnSpc="1">
            <a:prstTxWarp prst="textNoShape">
              <a:avLst/>
            </a:prstTxWarp>
          </a:bodyPr>
          <a:lstStyle/>
          <a:p>
            <a:pPr lvl="0"/>
            <a:r>
              <a:rPr lang="en-US"/>
              <a:t>Click to edit Master title style</a:t>
            </a:r>
          </a:p>
        </p:txBody>
      </p:sp>
      <p:sp>
        <p:nvSpPr>
          <p:cNvPr id="4100" name="Text Placeholder 29"/>
          <p:cNvSpPr>
            <a:spLocks noGrp="1"/>
          </p:cNvSpPr>
          <p:nvPr>
            <p:ph type="body" idx="1"/>
          </p:nvPr>
        </p:nvSpPr>
        <p:spPr bwMode="auto">
          <a:xfrm>
            <a:off x="304800" y="1371600"/>
            <a:ext cx="7620000" cy="46783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p:cNvSpPr>
            <a:spLocks noGrp="1"/>
          </p:cNvSpPr>
          <p:nvPr>
            <p:ph type="dt" sz="half" idx="2"/>
          </p:nvPr>
        </p:nvSpPr>
        <p:spPr>
          <a:xfrm>
            <a:off x="457200" y="6421438"/>
            <a:ext cx="2133600" cy="365125"/>
          </a:xfrm>
          <a:prstGeom prst="rect">
            <a:avLst/>
          </a:prstGeom>
        </p:spPr>
        <p:txBody>
          <a:bodyPr vert="horz" bIns="0" anchor="b"/>
          <a:lstStyle>
            <a:lvl1pPr algn="l" eaLnBrk="1" fontAlgn="auto" latinLnBrk="0" hangingPunct="1">
              <a:spcBef>
                <a:spcPts val="0"/>
              </a:spcBef>
              <a:spcAft>
                <a:spcPts val="0"/>
              </a:spcAft>
              <a:defRPr kumimoji="0" sz="1000" b="1">
                <a:solidFill>
                  <a:schemeClr val="tx1"/>
                </a:solidFill>
                <a:latin typeface="+mn-lt"/>
                <a:cs typeface="+mn-cs"/>
              </a:defRPr>
            </a:lvl1pPr>
          </a:lstStyle>
          <a:p>
            <a:pPr>
              <a:defRPr/>
            </a:pPr>
            <a:fld id="{509370FD-357F-4AB4-A167-B810DFE2EDE9}" type="datetime4">
              <a:rPr lang="en-US"/>
              <a:pPr>
                <a:defRPr/>
              </a:pPr>
              <a:t>June 8, 2024</a:t>
            </a:fld>
            <a:endParaRPr lang="en-US"/>
          </a:p>
        </p:txBody>
      </p:sp>
      <p:sp>
        <p:nvSpPr>
          <p:cNvPr id="22" name="Footer Placeholder 21"/>
          <p:cNvSpPr>
            <a:spLocks noGrp="1"/>
          </p:cNvSpPr>
          <p:nvPr>
            <p:ph type="ftr" sz="quarter" idx="3"/>
          </p:nvPr>
        </p:nvSpPr>
        <p:spPr>
          <a:xfrm>
            <a:off x="3124200" y="6421438"/>
            <a:ext cx="2895600" cy="365125"/>
          </a:xfrm>
          <a:prstGeom prst="rect">
            <a:avLst/>
          </a:prstGeom>
        </p:spPr>
        <p:txBody>
          <a:bodyPr vert="horz" lIns="0" rIns="0" bIns="0" anchor="b"/>
          <a:lstStyle>
            <a:lvl1pPr algn="ctr" eaLnBrk="1" fontAlgn="auto" latinLnBrk="0" hangingPunct="1">
              <a:spcBef>
                <a:spcPts val="0"/>
              </a:spcBef>
              <a:spcAft>
                <a:spcPts val="0"/>
              </a:spcAft>
              <a:defRPr kumimoji="0" sz="1000" b="1">
                <a:solidFill>
                  <a:schemeClr val="tx1"/>
                </a:solidFill>
                <a:latin typeface="+mn-lt"/>
                <a:cs typeface="+mn-cs"/>
              </a:defRPr>
            </a:lvl1pPr>
          </a:lstStyle>
          <a:p>
            <a:pPr>
              <a:defRPr/>
            </a:pPr>
            <a:r>
              <a:rPr lang="en-US"/>
              <a:t>MSRIT, Bangalore - 54</a:t>
            </a:r>
          </a:p>
        </p:txBody>
      </p:sp>
      <p:sp>
        <p:nvSpPr>
          <p:cNvPr id="18" name="Slide Number Placeholder 17"/>
          <p:cNvSpPr>
            <a:spLocks noGrp="1"/>
          </p:cNvSpPr>
          <p:nvPr>
            <p:ph type="sldNum" sz="quarter" idx="4"/>
          </p:nvPr>
        </p:nvSpPr>
        <p:spPr>
          <a:xfrm>
            <a:off x="8153400" y="6421438"/>
            <a:ext cx="762000" cy="365125"/>
          </a:xfrm>
          <a:prstGeom prst="rect">
            <a:avLst/>
          </a:prstGeom>
        </p:spPr>
        <p:txBody>
          <a:bodyPr vert="horz" lIns="0" tIns="0" rIns="0" bIns="0" anchor="b"/>
          <a:lstStyle>
            <a:lvl1pPr algn="r" eaLnBrk="1" fontAlgn="auto" latinLnBrk="0" hangingPunct="1">
              <a:spcBef>
                <a:spcPts val="0"/>
              </a:spcBef>
              <a:spcAft>
                <a:spcPts val="0"/>
              </a:spcAft>
              <a:defRPr kumimoji="0" sz="1000" b="1">
                <a:solidFill>
                  <a:schemeClr val="tx1"/>
                </a:solidFill>
                <a:latin typeface="+mn-lt"/>
                <a:cs typeface="+mn-cs"/>
              </a:defRPr>
            </a:lvl1pPr>
          </a:lstStyle>
          <a:p>
            <a:pPr>
              <a:defRPr/>
            </a:pPr>
            <a:fld id="{7F2A4EA7-F13F-43F3-A75F-8AA8F92E94B8}" type="slidenum">
              <a:rPr lang="en-US"/>
              <a:pPr>
                <a:defRPr/>
              </a:pPr>
              <a:t>‹#›</a:t>
            </a:fld>
            <a:endParaRPr lang="en-US"/>
          </a:p>
        </p:txBody>
      </p:sp>
    </p:spTree>
  </p:cSld>
  <p:clrMap bg1="dk1" tx1="lt1" bg2="dk2" tx2="lt2" accent1="accent1" accent2="accent2" accent3="accent3" accent4="accent4" accent5="accent5" accent6="accent6" hlink="hlink" folHlink="folHlink"/>
  <p:sldLayoutIdLst>
    <p:sldLayoutId id="2147485174" r:id="rId1"/>
    <p:sldLayoutId id="2147485175" r:id="rId2"/>
    <p:sldLayoutId id="2147485176" r:id="rId3"/>
    <p:sldLayoutId id="2147485177" r:id="rId4"/>
    <p:sldLayoutId id="2147485178" r:id="rId5"/>
    <p:sldLayoutId id="2147485158" r:id="rId6"/>
    <p:sldLayoutId id="2147485159" r:id="rId7"/>
    <p:sldLayoutId id="2147485179" r:id="rId8"/>
    <p:sldLayoutId id="2147485160" r:id="rId9"/>
    <p:sldLayoutId id="2147485161" r:id="rId10"/>
    <p:sldLayoutId id="2147485162" r:id="rId11"/>
    <p:sldLayoutId id="2147485180" r:id="rId12"/>
    <p:sldLayoutId id="2147485181" r:id="rId13"/>
    <p:sldLayoutId id="2147485182" r:id="rId14"/>
  </p:sldLayoutIdLst>
  <p:transition/>
  <p:hf hdr="0" ftr="0" dt="0"/>
  <p:txStyles>
    <p:titleStyle>
      <a:lvl1pPr algn="l" rtl="0" eaLnBrk="0" fontAlgn="base" hangingPunct="0">
        <a:spcBef>
          <a:spcPct val="0"/>
        </a:spcBef>
        <a:spcAft>
          <a:spcPct val="0"/>
        </a:spcAft>
        <a:defRPr sz="4600" b="1" kern="1200">
          <a:solidFill>
            <a:srgbClr val="FFD03B"/>
          </a:solidFill>
          <a:latin typeface="+mj-lt"/>
          <a:ea typeface="+mj-ea"/>
          <a:cs typeface="+mj-cs"/>
        </a:defRPr>
      </a:lvl1pPr>
      <a:lvl2pPr algn="l" rtl="0" eaLnBrk="0" fontAlgn="base" hangingPunct="0">
        <a:spcBef>
          <a:spcPct val="0"/>
        </a:spcBef>
        <a:spcAft>
          <a:spcPct val="0"/>
        </a:spcAft>
        <a:defRPr sz="4600" b="1">
          <a:solidFill>
            <a:srgbClr val="FFD03B"/>
          </a:solidFill>
          <a:latin typeface="Franklin Gothic Book" pitchFamily="34" charset="0"/>
        </a:defRPr>
      </a:lvl2pPr>
      <a:lvl3pPr algn="l" rtl="0" eaLnBrk="0" fontAlgn="base" hangingPunct="0">
        <a:spcBef>
          <a:spcPct val="0"/>
        </a:spcBef>
        <a:spcAft>
          <a:spcPct val="0"/>
        </a:spcAft>
        <a:defRPr sz="4600" b="1">
          <a:solidFill>
            <a:srgbClr val="FFD03B"/>
          </a:solidFill>
          <a:latin typeface="Franklin Gothic Book" pitchFamily="34" charset="0"/>
        </a:defRPr>
      </a:lvl3pPr>
      <a:lvl4pPr algn="l" rtl="0" eaLnBrk="0" fontAlgn="base" hangingPunct="0">
        <a:spcBef>
          <a:spcPct val="0"/>
        </a:spcBef>
        <a:spcAft>
          <a:spcPct val="0"/>
        </a:spcAft>
        <a:defRPr sz="4600" b="1">
          <a:solidFill>
            <a:srgbClr val="FFD03B"/>
          </a:solidFill>
          <a:latin typeface="Franklin Gothic Book" pitchFamily="34" charset="0"/>
        </a:defRPr>
      </a:lvl4pPr>
      <a:lvl5pPr algn="l" rtl="0" eaLnBrk="0" fontAlgn="base" hangingPunct="0">
        <a:spcBef>
          <a:spcPct val="0"/>
        </a:spcBef>
        <a:spcAft>
          <a:spcPct val="0"/>
        </a:spcAft>
        <a:defRPr sz="4600" b="1">
          <a:solidFill>
            <a:srgbClr val="FFD03B"/>
          </a:solidFill>
          <a:latin typeface="Franklin Gothic Book" pitchFamily="34" charset="0"/>
        </a:defRPr>
      </a:lvl5pPr>
      <a:lvl6pPr marL="457200" algn="l" rtl="0" fontAlgn="base">
        <a:spcBef>
          <a:spcPct val="0"/>
        </a:spcBef>
        <a:spcAft>
          <a:spcPct val="0"/>
        </a:spcAft>
        <a:defRPr sz="4600">
          <a:solidFill>
            <a:srgbClr val="FFD03B"/>
          </a:solidFill>
          <a:latin typeface="Franklin Gothic Book" pitchFamily="34" charset="0"/>
        </a:defRPr>
      </a:lvl6pPr>
      <a:lvl7pPr marL="914400" algn="l" rtl="0" fontAlgn="base">
        <a:spcBef>
          <a:spcPct val="0"/>
        </a:spcBef>
        <a:spcAft>
          <a:spcPct val="0"/>
        </a:spcAft>
        <a:defRPr sz="4600">
          <a:solidFill>
            <a:srgbClr val="FFD03B"/>
          </a:solidFill>
          <a:latin typeface="Franklin Gothic Book" pitchFamily="34" charset="0"/>
        </a:defRPr>
      </a:lvl7pPr>
      <a:lvl8pPr marL="1371600" algn="l" rtl="0" fontAlgn="base">
        <a:spcBef>
          <a:spcPct val="0"/>
        </a:spcBef>
        <a:spcAft>
          <a:spcPct val="0"/>
        </a:spcAft>
        <a:defRPr sz="4600">
          <a:solidFill>
            <a:srgbClr val="FFD03B"/>
          </a:solidFill>
          <a:latin typeface="Franklin Gothic Book" pitchFamily="34" charset="0"/>
        </a:defRPr>
      </a:lvl8pPr>
      <a:lvl9pPr marL="1828800" algn="l" rtl="0" fontAlgn="base">
        <a:spcBef>
          <a:spcPct val="0"/>
        </a:spcBef>
        <a:spcAft>
          <a:spcPct val="0"/>
        </a:spcAft>
        <a:defRPr sz="4600">
          <a:solidFill>
            <a:srgbClr val="FFD03B"/>
          </a:solidFill>
          <a:latin typeface="Franklin Gothic Book" pitchFamily="34" charset="0"/>
        </a:defRPr>
      </a:lvl9pPr>
    </p:titleStyle>
    <p:bodyStyle>
      <a:lvl1pPr marL="419100" indent="-382588" algn="l" rtl="0" eaLnBrk="0" fontAlgn="base" hangingPunct="0">
        <a:spcBef>
          <a:spcPct val="20000"/>
        </a:spcBef>
        <a:spcAft>
          <a:spcPct val="0"/>
        </a:spcAft>
        <a:buClr>
          <a:schemeClr val="accent1"/>
        </a:buClr>
        <a:buSzPct val="80000"/>
        <a:buFont typeface="Wingdings 2" pitchFamily="18" charset="2"/>
        <a:buChar char=""/>
        <a:defRPr sz="3000" kern="1200">
          <a:solidFill>
            <a:schemeClr val="tx1"/>
          </a:solidFill>
          <a:latin typeface="+mn-lt"/>
          <a:ea typeface="+mn-ea"/>
          <a:cs typeface="+mn-cs"/>
        </a:defRPr>
      </a:lvl1pPr>
      <a:lvl2pPr marL="722313" indent="-273050" algn="l" rtl="0" eaLnBrk="0" fontAlgn="base" hangingPunct="0">
        <a:spcBef>
          <a:spcPct val="20000"/>
        </a:spcBef>
        <a:spcAft>
          <a:spcPct val="0"/>
        </a:spcAft>
        <a:buClr>
          <a:schemeClr val="accent1"/>
        </a:buClr>
        <a:buSzPct val="90000"/>
        <a:buFont typeface="Wingdings 2" pitchFamily="18" charset="2"/>
        <a:buChar char=""/>
        <a:defRPr sz="2600" kern="1200">
          <a:solidFill>
            <a:schemeClr val="tx1"/>
          </a:solidFill>
          <a:latin typeface="+mn-lt"/>
          <a:ea typeface="+mn-ea"/>
          <a:cs typeface="+mn-cs"/>
        </a:defRPr>
      </a:lvl2pPr>
      <a:lvl3pPr marL="1004888" indent="-255588" algn="l" rtl="0" eaLnBrk="0" fontAlgn="base" hangingPunct="0">
        <a:spcBef>
          <a:spcPct val="20000"/>
        </a:spcBef>
        <a:spcAft>
          <a:spcPct val="0"/>
        </a:spcAft>
        <a:buClr>
          <a:schemeClr val="accent2"/>
        </a:buClr>
        <a:buSzPct val="85000"/>
        <a:buFont typeface="Arial" pitchFamily="34" charset="0"/>
        <a:buChar char="○"/>
        <a:defRPr sz="2400" kern="1200">
          <a:solidFill>
            <a:schemeClr val="tx1"/>
          </a:solidFill>
          <a:latin typeface="+mn-lt"/>
          <a:ea typeface="+mn-ea"/>
          <a:cs typeface="+mn-cs"/>
        </a:defRPr>
      </a:lvl3pPr>
      <a:lvl4pPr marL="1279525" indent="-236538" algn="l" rtl="0" eaLnBrk="0" fontAlgn="base" hangingPunct="0">
        <a:spcBef>
          <a:spcPct val="20000"/>
        </a:spcBef>
        <a:spcAft>
          <a:spcPct val="0"/>
        </a:spcAft>
        <a:buClr>
          <a:srgbClr val="8D89A4"/>
        </a:buClr>
        <a:buSzPct val="90000"/>
        <a:buFont typeface="Wingdings 2" pitchFamily="18" charset="2"/>
        <a:buChar char=""/>
        <a:defRPr sz="2000" kern="1200">
          <a:solidFill>
            <a:schemeClr val="tx1"/>
          </a:solidFill>
          <a:latin typeface="+mn-lt"/>
          <a:ea typeface="+mn-ea"/>
          <a:cs typeface="+mn-cs"/>
        </a:defRPr>
      </a:lvl4pPr>
      <a:lvl5pPr marL="1489075" indent="-182563" algn="l" rtl="0" eaLnBrk="0" fontAlgn="base" hangingPunct="0">
        <a:spcBef>
          <a:spcPct val="20000"/>
        </a:spcBef>
        <a:spcAft>
          <a:spcPct val="0"/>
        </a:spcAft>
        <a:buClr>
          <a:srgbClr val="748560"/>
        </a:buClr>
        <a:buSzPct val="100000"/>
        <a:buFont typeface="Arial" pitchFamily="34" charset="0"/>
        <a:buChar char="-"/>
        <a:defRPr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122"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5123"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charset="0"/>
                <a:cs typeface="Arial" charset="0"/>
              </a:defRPr>
            </a:lvl1pPr>
          </a:lstStyle>
          <a:p>
            <a:pPr>
              <a:defRPr/>
            </a:pPr>
            <a:fld id="{F5CA11FA-81BA-4E1A-93CB-0E664232FF38}" type="datetimeFigureOut">
              <a:rPr lang="en-US"/>
              <a:pPr>
                <a:defRPr/>
              </a:pPr>
              <a:t>6/8/2024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charset="0"/>
                <a:cs typeface="Arial" charset="0"/>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charset="0"/>
                <a:cs typeface="Arial" charset="0"/>
              </a:defRPr>
            </a:lvl1pPr>
          </a:lstStyle>
          <a:p>
            <a:pPr>
              <a:defRPr/>
            </a:pPr>
            <a:fld id="{EBEF9D66-6EF7-4BF9-A9BC-950B47BDAD7D}"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5163" r:id="rId1"/>
    <p:sldLayoutId id="2147485164" r:id="rId2"/>
    <p:sldLayoutId id="2147485165" r:id="rId3"/>
    <p:sldLayoutId id="2147485166" r:id="rId4"/>
    <p:sldLayoutId id="2147485167" r:id="rId5"/>
    <p:sldLayoutId id="2147485168" r:id="rId6"/>
    <p:sldLayoutId id="2147485169" r:id="rId7"/>
    <p:sldLayoutId id="2147485170" r:id="rId8"/>
    <p:sldLayoutId id="2147485171" r:id="rId9"/>
    <p:sldLayoutId id="2147485172" r:id="rId10"/>
    <p:sldLayoutId id="2147485173"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6858000"/>
          </a:xfrm>
          <a:prstGeom prst="rect">
            <a:avLst/>
          </a:prstGeom>
          <a:solidFill>
            <a:srgbClr val="2F71A2"/>
          </a:solidFill>
          <a:ln w="25400" cap="flat" cmpd="sng" algn="ctr">
            <a:noFill/>
            <a:prstDash val="solid"/>
          </a:ln>
          <a:effectLst/>
        </p:spPr>
        <p:txBody>
          <a:bodyPr anchor="t"/>
          <a:lstStyle/>
          <a:p>
            <a:pPr algn="ctr" eaLnBrk="1" hangingPunct="1">
              <a:spcBef>
                <a:spcPts val="0"/>
              </a:spcBef>
              <a:spcAft>
                <a:spcPts val="0"/>
              </a:spcAft>
              <a:defRPr/>
            </a:pPr>
            <a:endParaRPr lang="en-US" sz="3200" b="1" dirty="0">
              <a:solidFill>
                <a:srgbClr val="FFFF00"/>
              </a:solidFill>
              <a:latin typeface="Calibri" pitchFamily="34" charset="0"/>
              <a:ea typeface="Tahoma" pitchFamily="34" charset="0"/>
              <a:cs typeface="Calibri" pitchFamily="34" charset="0"/>
            </a:endParaRPr>
          </a:p>
          <a:p>
            <a:pPr algn="ctr" eaLnBrk="1" hangingPunct="1">
              <a:spcBef>
                <a:spcPts val="0"/>
              </a:spcBef>
              <a:spcAft>
                <a:spcPts val="0"/>
              </a:spcAft>
              <a:defRPr/>
            </a:pPr>
            <a:endParaRPr lang="en-US" sz="3200" b="1" dirty="0">
              <a:solidFill>
                <a:srgbClr val="FFFF00"/>
              </a:solidFill>
              <a:latin typeface="Calibri" pitchFamily="34" charset="0"/>
              <a:ea typeface="Tahoma" pitchFamily="34" charset="0"/>
              <a:cs typeface="Calibri" pitchFamily="34" charset="0"/>
            </a:endParaRPr>
          </a:p>
          <a:p>
            <a:pPr algn="ctr" eaLnBrk="1" hangingPunct="1">
              <a:spcBef>
                <a:spcPts val="0"/>
              </a:spcBef>
              <a:spcAft>
                <a:spcPts val="0"/>
              </a:spcAft>
              <a:defRPr/>
            </a:pPr>
            <a:endParaRPr lang="en-US" sz="3200" b="1" dirty="0">
              <a:solidFill>
                <a:srgbClr val="FFFF00"/>
              </a:solidFill>
              <a:latin typeface="Calibri" pitchFamily="34" charset="0"/>
              <a:ea typeface="Tahoma" pitchFamily="34" charset="0"/>
              <a:cs typeface="Calibri" pitchFamily="34" charset="0"/>
            </a:endParaRPr>
          </a:p>
          <a:p>
            <a:pPr algn="ctr">
              <a:spcBef>
                <a:spcPts val="0"/>
              </a:spcBef>
              <a:spcAft>
                <a:spcPts val="0"/>
              </a:spcAft>
              <a:defRPr/>
            </a:pPr>
            <a:r>
              <a:rPr lang="en-US" sz="3200" b="1" dirty="0">
                <a:solidFill>
                  <a:srgbClr val="FFFF00"/>
                </a:solidFill>
                <a:latin typeface="Calibri" pitchFamily="34" charset="0"/>
                <a:ea typeface="Tahoma" pitchFamily="34" charset="0"/>
                <a:cs typeface="Calibri" pitchFamily="34" charset="0"/>
              </a:rPr>
              <a:t>Title of Idea </a:t>
            </a:r>
          </a:p>
          <a:p>
            <a:pPr algn="ctr">
              <a:spcBef>
                <a:spcPts val="0"/>
              </a:spcBef>
              <a:spcAft>
                <a:spcPts val="0"/>
              </a:spcAft>
              <a:defRPr/>
            </a:pPr>
            <a:endParaRPr lang="en-US" sz="3200" b="1" dirty="0">
              <a:solidFill>
                <a:srgbClr val="FF0000"/>
              </a:solidFill>
              <a:latin typeface="Calibri" pitchFamily="34" charset="0"/>
              <a:cs typeface="Calibri" pitchFamily="34" charset="0"/>
            </a:endParaRPr>
          </a:p>
        </p:txBody>
      </p:sp>
      <p:pic>
        <p:nvPicPr>
          <p:cNvPr id="8" name="Picture 9" descr="iarelogo.JPG"/>
          <p:cNvPicPr>
            <a:picLocks noChangeAspect="1"/>
          </p:cNvPicPr>
          <p:nvPr/>
        </p:nvPicPr>
        <p:blipFill>
          <a:blip r:embed="rId2" cstate="print"/>
          <a:srcRect/>
          <a:stretch>
            <a:fillRect/>
          </a:stretch>
        </p:blipFill>
        <p:spPr bwMode="auto">
          <a:xfrm>
            <a:off x="0" y="91109"/>
            <a:ext cx="1314468" cy="1447800"/>
          </a:xfrm>
          <a:prstGeom prst="rect">
            <a:avLst/>
          </a:prstGeom>
          <a:noFill/>
          <a:ln w="9525">
            <a:noFill/>
            <a:miter lim="800000"/>
            <a:headEnd/>
            <a:tailEnd/>
          </a:ln>
        </p:spPr>
      </p:pic>
      <p:graphicFrame>
        <p:nvGraphicFramePr>
          <p:cNvPr id="9" name="Table 8"/>
          <p:cNvGraphicFramePr>
            <a:graphicFrameLocks noGrp="1"/>
          </p:cNvGraphicFramePr>
          <p:nvPr>
            <p:extLst>
              <p:ext uri="{D42A27DB-BD31-4B8C-83A1-F6EECF244321}">
                <p14:modId xmlns:p14="http://schemas.microsoft.com/office/powerpoint/2010/main" val="4042226838"/>
              </p:ext>
            </p:extLst>
          </p:nvPr>
        </p:nvGraphicFramePr>
        <p:xfrm>
          <a:off x="380999" y="2362198"/>
          <a:ext cx="8496301" cy="2936848"/>
        </p:xfrm>
        <a:graphic>
          <a:graphicData uri="http://schemas.openxmlformats.org/drawingml/2006/table">
            <a:tbl>
              <a:tblPr firstRow="1" bandRow="1">
                <a:tableStyleId>{9DCAF9ED-07DC-4A11-8D7F-57B35C25682E}</a:tableStyleId>
              </a:tblPr>
              <a:tblGrid>
                <a:gridCol w="749026">
                  <a:extLst>
                    <a:ext uri="{9D8B030D-6E8A-4147-A177-3AD203B41FA5}">
                      <a16:colId xmlns:a16="http://schemas.microsoft.com/office/drawing/2014/main" val="20000"/>
                    </a:ext>
                  </a:extLst>
                </a:gridCol>
                <a:gridCol w="3912661">
                  <a:extLst>
                    <a:ext uri="{9D8B030D-6E8A-4147-A177-3AD203B41FA5}">
                      <a16:colId xmlns:a16="http://schemas.microsoft.com/office/drawing/2014/main" val="20001"/>
                    </a:ext>
                  </a:extLst>
                </a:gridCol>
                <a:gridCol w="1954902">
                  <a:extLst>
                    <a:ext uri="{9D8B030D-6E8A-4147-A177-3AD203B41FA5}">
                      <a16:colId xmlns:a16="http://schemas.microsoft.com/office/drawing/2014/main" val="20002"/>
                    </a:ext>
                  </a:extLst>
                </a:gridCol>
                <a:gridCol w="1879712">
                  <a:extLst>
                    <a:ext uri="{9D8B030D-6E8A-4147-A177-3AD203B41FA5}">
                      <a16:colId xmlns:a16="http://schemas.microsoft.com/office/drawing/2014/main" val="20003"/>
                    </a:ext>
                  </a:extLst>
                </a:gridCol>
              </a:tblGrid>
              <a:tr h="846178">
                <a:tc>
                  <a:txBody>
                    <a:bodyPr/>
                    <a:lstStyle/>
                    <a:p>
                      <a:r>
                        <a:rPr lang="en-IN" dirty="0"/>
                        <a:t>S.NO</a:t>
                      </a:r>
                    </a:p>
                  </a:txBody>
                  <a:tcPr/>
                </a:tc>
                <a:tc>
                  <a:txBody>
                    <a:bodyPr/>
                    <a:lstStyle/>
                    <a:p>
                      <a:r>
                        <a:rPr lang="en-IN" dirty="0"/>
                        <a:t>Name </a:t>
                      </a:r>
                    </a:p>
                  </a:txBody>
                  <a:tcPr/>
                </a:tc>
                <a:tc>
                  <a:txBody>
                    <a:bodyPr/>
                    <a:lstStyle/>
                    <a:p>
                      <a:r>
                        <a:rPr lang="en-IN" dirty="0"/>
                        <a:t>Roll</a:t>
                      </a:r>
                      <a:r>
                        <a:rPr lang="en-IN" baseline="0" dirty="0"/>
                        <a:t> No. </a:t>
                      </a:r>
                      <a:endParaRPr lang="en-IN" dirty="0"/>
                    </a:p>
                  </a:txBody>
                  <a:tcPr/>
                </a:tc>
                <a:tc>
                  <a:txBody>
                    <a:bodyPr/>
                    <a:lstStyle/>
                    <a:p>
                      <a:r>
                        <a:rPr lang="en-IN" dirty="0"/>
                        <a:t>Branch &amp; Section </a:t>
                      </a:r>
                    </a:p>
                  </a:txBody>
                  <a:tcPr/>
                </a:tc>
                <a:extLst>
                  <a:ext uri="{0D108BD9-81ED-4DB2-BD59-A6C34878D82A}">
                    <a16:rowId xmlns:a16="http://schemas.microsoft.com/office/drawing/2014/main" val="10000"/>
                  </a:ext>
                </a:extLst>
              </a:tr>
              <a:tr h="483530">
                <a:tc>
                  <a:txBody>
                    <a:bodyPr/>
                    <a:lstStyle/>
                    <a:p>
                      <a:r>
                        <a:rPr lang="en-IN" dirty="0" smtClean="0"/>
                        <a:t>1</a:t>
                      </a:r>
                      <a:endParaRPr lang="en-IN" dirty="0"/>
                    </a:p>
                  </a:txBody>
                  <a:tcPr/>
                </a:tc>
                <a:tc>
                  <a:txBody>
                    <a:bodyPr/>
                    <a:lstStyle/>
                    <a:p>
                      <a:r>
                        <a:rPr lang="en-IN" dirty="0" smtClean="0"/>
                        <a:t>B . </a:t>
                      </a:r>
                      <a:r>
                        <a:rPr lang="en-IN" dirty="0" err="1" smtClean="0"/>
                        <a:t>Jeevan</a:t>
                      </a:r>
                      <a:r>
                        <a:rPr lang="en-IN" baseline="0" dirty="0" smtClean="0"/>
                        <a:t> </a:t>
                      </a:r>
                      <a:r>
                        <a:rPr lang="en-IN" baseline="0" dirty="0" err="1" smtClean="0"/>
                        <a:t>Jyothi</a:t>
                      </a:r>
                      <a:endParaRPr lang="en-IN" dirty="0"/>
                    </a:p>
                  </a:txBody>
                  <a:tcPr/>
                </a:tc>
                <a:tc>
                  <a:txBody>
                    <a:bodyPr/>
                    <a:lstStyle/>
                    <a:p>
                      <a:r>
                        <a:rPr lang="en-IN" dirty="0" smtClean="0"/>
                        <a:t>21951A0572</a:t>
                      </a:r>
                      <a:endParaRPr lang="en-IN" dirty="0"/>
                    </a:p>
                  </a:txBody>
                  <a:tcPr/>
                </a:tc>
                <a:tc>
                  <a:txBody>
                    <a:bodyPr/>
                    <a:lstStyle/>
                    <a:p>
                      <a:r>
                        <a:rPr lang="en-IN" dirty="0" smtClean="0"/>
                        <a:t>CSE – B</a:t>
                      </a:r>
                      <a:endParaRPr lang="en-IN" dirty="0"/>
                    </a:p>
                  </a:txBody>
                  <a:tcPr/>
                </a:tc>
                <a:extLst>
                  <a:ext uri="{0D108BD9-81ED-4DB2-BD59-A6C34878D82A}">
                    <a16:rowId xmlns:a16="http://schemas.microsoft.com/office/drawing/2014/main" val="10001"/>
                  </a:ext>
                </a:extLst>
              </a:tr>
              <a:tr h="483530">
                <a:tc>
                  <a:txBody>
                    <a:bodyPr/>
                    <a:lstStyle/>
                    <a:p>
                      <a:r>
                        <a:rPr lang="en-IN" dirty="0" smtClean="0"/>
                        <a:t>2</a:t>
                      </a:r>
                      <a:endParaRPr lang="en-IN" dirty="0"/>
                    </a:p>
                  </a:txBody>
                  <a:tcPr/>
                </a:tc>
                <a:tc>
                  <a:txBody>
                    <a:bodyPr/>
                    <a:lstStyle/>
                    <a:p>
                      <a:r>
                        <a:rPr lang="en-IN" dirty="0" smtClean="0"/>
                        <a:t>V . Joyce</a:t>
                      </a:r>
                      <a:endParaRPr lang="en-IN" dirty="0"/>
                    </a:p>
                  </a:txBody>
                  <a:tcPr/>
                </a:tc>
                <a:tc>
                  <a:txBody>
                    <a:bodyPr/>
                    <a:lstStyle/>
                    <a:p>
                      <a:r>
                        <a:rPr lang="en-IN" dirty="0" smtClean="0"/>
                        <a:t>21951A0574</a:t>
                      </a:r>
                      <a:endParaRPr lang="en-IN" dirty="0"/>
                    </a:p>
                  </a:txBody>
                  <a:tcPr/>
                </a:tc>
                <a:tc>
                  <a:txBody>
                    <a:bodyPr/>
                    <a:lstStyle/>
                    <a:p>
                      <a:r>
                        <a:rPr lang="en-IN" dirty="0" smtClean="0"/>
                        <a:t>CSE</a:t>
                      </a:r>
                      <a:r>
                        <a:rPr lang="en-IN" baseline="0" dirty="0" smtClean="0"/>
                        <a:t> -</a:t>
                      </a:r>
                      <a:r>
                        <a:rPr lang="en-IN" dirty="0" smtClean="0"/>
                        <a:t> B</a:t>
                      </a:r>
                      <a:endParaRPr lang="en-IN" dirty="0"/>
                    </a:p>
                  </a:txBody>
                  <a:tcPr/>
                </a:tc>
                <a:extLst>
                  <a:ext uri="{0D108BD9-81ED-4DB2-BD59-A6C34878D82A}">
                    <a16:rowId xmlns:a16="http://schemas.microsoft.com/office/drawing/2014/main" val="10002"/>
                  </a:ext>
                </a:extLst>
              </a:tr>
              <a:tr h="483530">
                <a:tc>
                  <a:txBody>
                    <a:bodyPr/>
                    <a:lstStyle/>
                    <a:p>
                      <a:r>
                        <a:rPr lang="en-IN" dirty="0" smtClean="0"/>
                        <a:t>3</a:t>
                      </a:r>
                      <a:endParaRPr lang="en-IN" dirty="0"/>
                    </a:p>
                  </a:txBody>
                  <a:tcPr/>
                </a:tc>
                <a:tc>
                  <a:txBody>
                    <a:bodyPr/>
                    <a:lstStyle/>
                    <a:p>
                      <a:r>
                        <a:rPr lang="en-IN" dirty="0" smtClean="0"/>
                        <a:t>D</a:t>
                      </a:r>
                      <a:r>
                        <a:rPr lang="en-IN" baseline="0" dirty="0" smtClean="0"/>
                        <a:t> . Neha</a:t>
                      </a:r>
                      <a:endParaRPr lang="en-IN" dirty="0"/>
                    </a:p>
                  </a:txBody>
                  <a:tcPr/>
                </a:tc>
                <a:tc>
                  <a:txBody>
                    <a:bodyPr/>
                    <a:lstStyle/>
                    <a:p>
                      <a:r>
                        <a:rPr lang="en-IN" dirty="0" smtClean="0"/>
                        <a:t>21951A05B8</a:t>
                      </a:r>
                      <a:endParaRPr lang="en-IN" dirty="0"/>
                    </a:p>
                  </a:txBody>
                  <a:tcPr/>
                </a:tc>
                <a:tc>
                  <a:txBody>
                    <a:bodyPr/>
                    <a:lstStyle/>
                    <a:p>
                      <a:r>
                        <a:rPr lang="en-IN" dirty="0" smtClean="0"/>
                        <a:t>CSE – B</a:t>
                      </a:r>
                      <a:endParaRPr lang="en-IN" dirty="0"/>
                    </a:p>
                  </a:txBody>
                  <a:tcPr/>
                </a:tc>
                <a:extLst>
                  <a:ext uri="{0D108BD9-81ED-4DB2-BD59-A6C34878D82A}">
                    <a16:rowId xmlns:a16="http://schemas.microsoft.com/office/drawing/2014/main" val="10003"/>
                  </a:ext>
                </a:extLst>
              </a:tr>
              <a:tr h="598833">
                <a:tc>
                  <a:txBody>
                    <a:bodyPr/>
                    <a:lstStyle/>
                    <a:p>
                      <a:r>
                        <a:rPr lang="en-IN" dirty="0" smtClean="0"/>
                        <a:t>4</a:t>
                      </a:r>
                      <a:endParaRPr lang="en-IN" dirty="0"/>
                    </a:p>
                  </a:txBody>
                  <a:tcPr/>
                </a:tc>
                <a:tc>
                  <a:txBody>
                    <a:bodyPr/>
                    <a:lstStyle/>
                    <a:p>
                      <a:r>
                        <a:rPr lang="en-IN" dirty="0" smtClean="0"/>
                        <a:t>M . </a:t>
                      </a:r>
                      <a:r>
                        <a:rPr lang="en-IN" dirty="0" err="1" smtClean="0"/>
                        <a:t>Nikitha</a:t>
                      </a:r>
                      <a:r>
                        <a:rPr lang="en-IN" dirty="0" smtClean="0"/>
                        <a:t> </a:t>
                      </a:r>
                      <a:endParaRPr lang="en-IN" dirty="0"/>
                    </a:p>
                  </a:txBody>
                  <a:tcPr/>
                </a:tc>
                <a:tc>
                  <a:txBody>
                    <a:bodyPr/>
                    <a:lstStyle/>
                    <a:p>
                      <a:r>
                        <a:rPr lang="en-IN" dirty="0" smtClean="0"/>
                        <a:t>21951A05c4</a:t>
                      </a:r>
                      <a:endParaRPr lang="en-IN" dirty="0"/>
                    </a:p>
                  </a:txBody>
                  <a:tcPr/>
                </a:tc>
                <a:tc>
                  <a:txBody>
                    <a:bodyPr/>
                    <a:lstStyle/>
                    <a:p>
                      <a:r>
                        <a:rPr lang="en-IN" dirty="0" smtClean="0"/>
                        <a:t>CSE – B</a:t>
                      </a:r>
                    </a:p>
                    <a:p>
                      <a:endParaRPr lang="en-IN" dirty="0"/>
                    </a:p>
                  </a:txBody>
                  <a:tcPr/>
                </a:tc>
                <a:extLst>
                  <a:ext uri="{0D108BD9-81ED-4DB2-BD59-A6C34878D82A}">
                    <a16:rowId xmlns:a16="http://schemas.microsoft.com/office/drawing/2014/main" val="10004"/>
                  </a:ext>
                </a:extLst>
              </a:tr>
            </a:tbl>
          </a:graphicData>
        </a:graphic>
      </p:graphicFrame>
      <p:sp>
        <p:nvSpPr>
          <p:cNvPr id="10" name="TextBox 9"/>
          <p:cNvSpPr txBox="1"/>
          <p:nvPr/>
        </p:nvSpPr>
        <p:spPr>
          <a:xfrm>
            <a:off x="1447800" y="381001"/>
            <a:ext cx="7086600" cy="646331"/>
          </a:xfrm>
          <a:prstGeom prst="rect">
            <a:avLst/>
          </a:prstGeom>
          <a:noFill/>
        </p:spPr>
        <p:txBody>
          <a:bodyPr wrap="square" rtlCol="0">
            <a:spAutoFit/>
          </a:bodyPr>
          <a:lstStyle/>
          <a:p>
            <a:pPr algn="just"/>
            <a:r>
              <a:rPr lang="en-US" sz="3600" b="1" dirty="0">
                <a:solidFill>
                  <a:srgbClr val="FFFF00"/>
                </a:solidFill>
              </a:rPr>
              <a:t>ExEEd- ACADEMIC SUCCESS</a:t>
            </a:r>
            <a:endParaRPr lang="en-IN" sz="3600" dirty="0">
              <a:solidFill>
                <a:srgbClr val="FFFF00"/>
              </a:solidFill>
            </a:endParaRPr>
          </a:p>
        </p:txBody>
      </p:sp>
    </p:spTree>
    <p:extLst>
      <p:ext uri="{BB962C8B-B14F-4D97-AF65-F5344CB8AC3E}">
        <p14:creationId xmlns:p14="http://schemas.microsoft.com/office/powerpoint/2010/main" val="3112736164"/>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 y="152401"/>
            <a:ext cx="8305800" cy="685799"/>
          </a:xfrm>
        </p:spPr>
        <p:txBody>
          <a:bodyPr/>
          <a:lstStyle/>
          <a:p>
            <a:r>
              <a:rPr lang="en-US" sz="4800" dirty="0">
                <a:solidFill>
                  <a:srgbClr val="FFFF00"/>
                </a:solidFill>
                <a:latin typeface="Calibri" pitchFamily="34" charset="0"/>
                <a:cs typeface="Calibri" pitchFamily="34" charset="0"/>
              </a:rPr>
              <a:t>Problem Statement  </a:t>
            </a:r>
          </a:p>
        </p:txBody>
      </p:sp>
      <p:sp>
        <p:nvSpPr>
          <p:cNvPr id="3" name="Subtitle 2"/>
          <p:cNvSpPr>
            <a:spLocks noGrp="1"/>
          </p:cNvSpPr>
          <p:nvPr>
            <p:ph type="subTitle" idx="1"/>
          </p:nvPr>
        </p:nvSpPr>
        <p:spPr>
          <a:xfrm>
            <a:off x="228600" y="1828800"/>
            <a:ext cx="8839200" cy="3810000"/>
          </a:xfrm>
        </p:spPr>
        <p:txBody>
          <a:bodyPr/>
          <a:lstStyle/>
          <a:p>
            <a:pPr algn="l"/>
            <a:r>
              <a:rPr lang="en-US" dirty="0">
                <a:solidFill>
                  <a:schemeClr val="bg1"/>
                </a:solidFill>
              </a:rPr>
              <a:t>Life is becoming too busy to get medical appointments in person and to maintain a proper health care. The main idea of this work is to provide ease and comfort to patients while taking appointment from doctors and it also resolves the problems that the patients has to face while making an appointment. </a:t>
            </a:r>
            <a:endParaRPr lang="en-IN" dirty="0">
              <a:solidFill>
                <a:schemeClr val="bg1"/>
              </a:solidFill>
            </a:endParaRPr>
          </a:p>
        </p:txBody>
      </p:sp>
      <p:sp>
        <p:nvSpPr>
          <p:cNvPr id="4" name="Slide Number Placeholder 3"/>
          <p:cNvSpPr>
            <a:spLocks noGrp="1"/>
          </p:cNvSpPr>
          <p:nvPr>
            <p:ph type="sldNum" sz="quarter" idx="12"/>
          </p:nvPr>
        </p:nvSpPr>
        <p:spPr/>
        <p:txBody>
          <a:bodyPr/>
          <a:lstStyle/>
          <a:p>
            <a:pPr>
              <a:defRPr/>
            </a:pPr>
            <a:fld id="{F0EEE149-5D86-4BF5-BCC2-4D8A9996A715}" type="slidenum">
              <a:rPr lang="en-US" smtClean="0"/>
              <a:pPr>
                <a:defRPr/>
              </a:pPr>
              <a:t>2</a:t>
            </a:fld>
            <a:endParaRPr lang="en-US"/>
          </a:p>
        </p:txBody>
      </p:sp>
      <p:pic>
        <p:nvPicPr>
          <p:cNvPr id="5" name="Picture 5" descr="iarelogo.JPG"/>
          <p:cNvPicPr>
            <a:picLocks noChangeAspect="1"/>
          </p:cNvPicPr>
          <p:nvPr/>
        </p:nvPicPr>
        <p:blipFill>
          <a:blip r:embed="rId2" cstate="print"/>
          <a:srcRect/>
          <a:stretch>
            <a:fillRect/>
          </a:stretch>
        </p:blipFill>
        <p:spPr bwMode="auto">
          <a:xfrm>
            <a:off x="8305800" y="-37322"/>
            <a:ext cx="838200" cy="898525"/>
          </a:xfrm>
          <a:prstGeom prst="rect">
            <a:avLst/>
          </a:prstGeom>
          <a:noFill/>
          <a:ln w="9525">
            <a:noFill/>
            <a:miter lim="800000"/>
            <a:headEnd/>
            <a:tailEnd/>
          </a:ln>
        </p:spPr>
      </p:pic>
    </p:spTree>
    <p:extLst>
      <p:ext uri="{BB962C8B-B14F-4D97-AF65-F5344CB8AC3E}">
        <p14:creationId xmlns:p14="http://schemas.microsoft.com/office/powerpoint/2010/main" val="11027942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228601"/>
            <a:ext cx="8229600" cy="632602"/>
          </a:xfrm>
        </p:spPr>
        <p:txBody>
          <a:bodyPr/>
          <a:lstStyle/>
          <a:p>
            <a:r>
              <a:rPr lang="en-IN" dirty="0" smtClean="0">
                <a:solidFill>
                  <a:srgbClr val="FFFF00"/>
                </a:solidFill>
              </a:rPr>
              <a:t>Prototype Solution</a:t>
            </a:r>
            <a:endParaRPr lang="en-IN" dirty="0">
              <a:solidFill>
                <a:srgbClr val="FFFF00"/>
              </a:solidFill>
            </a:endParaRPr>
          </a:p>
        </p:txBody>
      </p:sp>
      <p:sp>
        <p:nvSpPr>
          <p:cNvPr id="3" name="Subtitle 2"/>
          <p:cNvSpPr>
            <a:spLocks noGrp="1"/>
          </p:cNvSpPr>
          <p:nvPr>
            <p:ph type="subTitle" idx="1"/>
          </p:nvPr>
        </p:nvSpPr>
        <p:spPr>
          <a:xfrm>
            <a:off x="457200" y="2057400"/>
            <a:ext cx="8077200" cy="3581400"/>
          </a:xfrm>
        </p:spPr>
        <p:txBody>
          <a:bodyPr/>
          <a:lstStyle/>
          <a:p>
            <a:pPr algn="l"/>
            <a:r>
              <a:rPr lang="en-US" dirty="0" smtClean="0">
                <a:solidFill>
                  <a:schemeClr val="bg1"/>
                </a:solidFill>
              </a:rPr>
              <a:t>We have come up with an  android application which acts </a:t>
            </a:r>
            <a:r>
              <a:rPr lang="en-US" dirty="0">
                <a:solidFill>
                  <a:schemeClr val="bg1"/>
                </a:solidFill>
              </a:rPr>
              <a:t>as a client whereas the database containing the doctor's details, </a:t>
            </a:r>
            <a:r>
              <a:rPr lang="en-US" dirty="0" smtClean="0">
                <a:solidFill>
                  <a:schemeClr val="bg1"/>
                </a:solidFill>
              </a:rPr>
              <a:t>Hospital details </a:t>
            </a:r>
            <a:r>
              <a:rPr lang="en-US" dirty="0">
                <a:solidFill>
                  <a:schemeClr val="bg1"/>
                </a:solidFill>
              </a:rPr>
              <a:t>and appointment details is maintained by a website that acts as a server.</a:t>
            </a:r>
            <a:endParaRPr lang="en-IN" dirty="0">
              <a:solidFill>
                <a:schemeClr val="bg1"/>
              </a:solidFill>
            </a:endParaRPr>
          </a:p>
        </p:txBody>
      </p:sp>
      <p:sp>
        <p:nvSpPr>
          <p:cNvPr id="4" name="Slide Number Placeholder 3"/>
          <p:cNvSpPr>
            <a:spLocks noGrp="1"/>
          </p:cNvSpPr>
          <p:nvPr>
            <p:ph type="sldNum" sz="quarter" idx="12"/>
          </p:nvPr>
        </p:nvSpPr>
        <p:spPr/>
        <p:txBody>
          <a:bodyPr/>
          <a:lstStyle/>
          <a:p>
            <a:pPr>
              <a:defRPr/>
            </a:pPr>
            <a:fld id="{F0EEE149-5D86-4BF5-BCC2-4D8A9996A715}" type="slidenum">
              <a:rPr lang="en-US" smtClean="0"/>
              <a:pPr>
                <a:defRPr/>
              </a:pPr>
              <a:t>3</a:t>
            </a:fld>
            <a:endParaRPr lang="en-US"/>
          </a:p>
        </p:txBody>
      </p:sp>
      <p:pic>
        <p:nvPicPr>
          <p:cNvPr id="5" name="Picture 5" descr="iarelogo.JPG"/>
          <p:cNvPicPr>
            <a:picLocks noChangeAspect="1"/>
          </p:cNvPicPr>
          <p:nvPr/>
        </p:nvPicPr>
        <p:blipFill>
          <a:blip r:embed="rId2" cstate="print"/>
          <a:srcRect/>
          <a:stretch>
            <a:fillRect/>
          </a:stretch>
        </p:blipFill>
        <p:spPr bwMode="auto">
          <a:xfrm>
            <a:off x="8305800" y="-37322"/>
            <a:ext cx="838200" cy="898525"/>
          </a:xfrm>
          <a:prstGeom prst="rect">
            <a:avLst/>
          </a:prstGeom>
          <a:noFill/>
          <a:ln w="9525">
            <a:noFill/>
            <a:miter lim="800000"/>
            <a:headEnd/>
            <a:tailEnd/>
          </a:ln>
        </p:spPr>
      </p:pic>
    </p:spTree>
    <p:extLst>
      <p:ext uri="{BB962C8B-B14F-4D97-AF65-F5344CB8AC3E}">
        <p14:creationId xmlns:p14="http://schemas.microsoft.com/office/powerpoint/2010/main" val="35720375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8600" y="1066800"/>
            <a:ext cx="8686800" cy="4572000"/>
          </a:xfrm>
        </p:spPr>
        <p:txBody>
          <a:bodyPr/>
          <a:lstStyle/>
          <a:p>
            <a:pPr marL="457200" indent="-457200" algn="l">
              <a:buFont typeface="Courier New" panose="02070309020205020404" pitchFamily="49" charset="0"/>
              <a:buChar char="o"/>
            </a:pPr>
            <a:r>
              <a:rPr lang="en-US" dirty="0">
                <a:solidFill>
                  <a:schemeClr val="bg1"/>
                </a:solidFill>
              </a:rPr>
              <a:t>patient can select a hospital and can view the hospital details. </a:t>
            </a:r>
            <a:endParaRPr lang="en-US" dirty="0" smtClean="0">
              <a:solidFill>
                <a:schemeClr val="bg1"/>
              </a:solidFill>
            </a:endParaRPr>
          </a:p>
          <a:p>
            <a:pPr marL="457200" indent="-457200" algn="l">
              <a:buFont typeface="Courier New" panose="02070309020205020404" pitchFamily="49" charset="0"/>
              <a:buChar char="o"/>
            </a:pPr>
            <a:r>
              <a:rPr lang="en-US" dirty="0" smtClean="0">
                <a:solidFill>
                  <a:schemeClr val="bg1"/>
                </a:solidFill>
              </a:rPr>
              <a:t>The </a:t>
            </a:r>
            <a:r>
              <a:rPr lang="en-US" dirty="0">
                <a:solidFill>
                  <a:schemeClr val="bg1"/>
                </a:solidFill>
              </a:rPr>
              <a:t>patient has the option of selecting a doctor from the list of doctors and can view the doctor's details. </a:t>
            </a:r>
            <a:endParaRPr lang="en-US" dirty="0" smtClean="0">
              <a:solidFill>
                <a:schemeClr val="bg1"/>
              </a:solidFill>
            </a:endParaRPr>
          </a:p>
          <a:p>
            <a:pPr marL="457200" indent="-457200" algn="l">
              <a:buFont typeface="Courier New" panose="02070309020205020404" pitchFamily="49" charset="0"/>
              <a:buChar char="o"/>
            </a:pPr>
            <a:r>
              <a:rPr lang="en-US" dirty="0" smtClean="0">
                <a:solidFill>
                  <a:schemeClr val="bg1"/>
                </a:solidFill>
              </a:rPr>
              <a:t>The </a:t>
            </a:r>
            <a:r>
              <a:rPr lang="en-US" dirty="0">
                <a:solidFill>
                  <a:schemeClr val="bg1"/>
                </a:solidFill>
              </a:rPr>
              <a:t>patient can request for an appointment on his/her preferred day/time. </a:t>
            </a:r>
            <a:endParaRPr lang="en-US" dirty="0" smtClean="0">
              <a:solidFill>
                <a:schemeClr val="bg1"/>
              </a:solidFill>
            </a:endParaRPr>
          </a:p>
          <a:p>
            <a:pPr marL="457200" indent="-457200" algn="l">
              <a:buFont typeface="Courier New" panose="02070309020205020404" pitchFamily="49" charset="0"/>
              <a:buChar char="o"/>
            </a:pPr>
            <a:r>
              <a:rPr lang="en-US" dirty="0" smtClean="0">
                <a:solidFill>
                  <a:schemeClr val="bg1"/>
                </a:solidFill>
              </a:rPr>
              <a:t>The </a:t>
            </a:r>
            <a:r>
              <a:rPr lang="en-US" dirty="0">
                <a:solidFill>
                  <a:schemeClr val="bg1"/>
                </a:solidFill>
              </a:rPr>
              <a:t>selected day/time slot will be reserved and patient will receive the notification of the successfully added appointment. </a:t>
            </a:r>
            <a:endParaRPr lang="en-IN" dirty="0">
              <a:solidFill>
                <a:schemeClr val="bg1"/>
              </a:solidFill>
            </a:endParaRPr>
          </a:p>
        </p:txBody>
      </p:sp>
      <p:sp>
        <p:nvSpPr>
          <p:cNvPr id="4" name="Slide Number Placeholder 3"/>
          <p:cNvSpPr>
            <a:spLocks noGrp="1"/>
          </p:cNvSpPr>
          <p:nvPr>
            <p:ph type="sldNum" sz="quarter" idx="12"/>
          </p:nvPr>
        </p:nvSpPr>
        <p:spPr/>
        <p:txBody>
          <a:bodyPr/>
          <a:lstStyle/>
          <a:p>
            <a:pPr>
              <a:defRPr/>
            </a:pPr>
            <a:fld id="{F0EEE149-5D86-4BF5-BCC2-4D8A9996A715}" type="slidenum">
              <a:rPr lang="en-US" smtClean="0"/>
              <a:pPr>
                <a:defRPr/>
              </a:pPr>
              <a:t>4</a:t>
            </a:fld>
            <a:endParaRPr lang="en-US"/>
          </a:p>
        </p:txBody>
      </p:sp>
    </p:spTree>
    <p:extLst>
      <p:ext uri="{BB962C8B-B14F-4D97-AF65-F5344CB8AC3E}">
        <p14:creationId xmlns:p14="http://schemas.microsoft.com/office/powerpoint/2010/main" val="35681165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 y="152401"/>
            <a:ext cx="8229600" cy="708802"/>
          </a:xfrm>
        </p:spPr>
        <p:txBody>
          <a:bodyPr/>
          <a:lstStyle/>
          <a:p>
            <a:r>
              <a:rPr lang="en-IN" dirty="0" smtClean="0">
                <a:solidFill>
                  <a:srgbClr val="FFFF00"/>
                </a:solidFill>
              </a:rPr>
              <a:t>Features</a:t>
            </a:r>
            <a:endParaRPr lang="en-IN" dirty="0">
              <a:solidFill>
                <a:srgbClr val="FFFF00"/>
              </a:solidFill>
            </a:endParaRPr>
          </a:p>
        </p:txBody>
      </p:sp>
      <p:sp>
        <p:nvSpPr>
          <p:cNvPr id="3" name="Subtitle 2"/>
          <p:cNvSpPr>
            <a:spLocks noGrp="1"/>
          </p:cNvSpPr>
          <p:nvPr>
            <p:ph type="subTitle" idx="1"/>
          </p:nvPr>
        </p:nvSpPr>
        <p:spPr>
          <a:xfrm>
            <a:off x="609600" y="1524000"/>
            <a:ext cx="7162800" cy="4114800"/>
          </a:xfrm>
        </p:spPr>
        <p:txBody>
          <a:bodyPr/>
          <a:lstStyle/>
          <a:p>
            <a:pPr marL="457200" indent="-457200" algn="l">
              <a:buFont typeface="Wingdings" panose="05000000000000000000" pitchFamily="2" charset="2"/>
              <a:buChar char="v"/>
            </a:pPr>
            <a:r>
              <a:rPr lang="en-US" b="0" i="1" dirty="0" smtClean="0">
                <a:solidFill>
                  <a:schemeClr val="bg1"/>
                </a:solidFill>
              </a:rPr>
              <a:t>Customizable </a:t>
            </a:r>
            <a:r>
              <a:rPr lang="en-US" b="0" i="1" dirty="0">
                <a:solidFill>
                  <a:schemeClr val="bg1"/>
                </a:solidFill>
              </a:rPr>
              <a:t>booking page</a:t>
            </a:r>
            <a:endParaRPr lang="en-US" b="0" dirty="0">
              <a:solidFill>
                <a:schemeClr val="bg1"/>
              </a:solidFill>
            </a:endParaRPr>
          </a:p>
          <a:p>
            <a:pPr marL="457200" indent="-457200" algn="l">
              <a:buFont typeface="Wingdings" panose="05000000000000000000" pitchFamily="2" charset="2"/>
              <a:buChar char="v"/>
            </a:pPr>
            <a:r>
              <a:rPr lang="en-US" b="0" i="1" dirty="0">
                <a:solidFill>
                  <a:schemeClr val="bg1"/>
                </a:solidFill>
              </a:rPr>
              <a:t>Automated </a:t>
            </a:r>
            <a:r>
              <a:rPr lang="en-US" b="0" i="1" dirty="0" smtClean="0">
                <a:solidFill>
                  <a:schemeClr val="bg1"/>
                </a:solidFill>
              </a:rPr>
              <a:t>SMS</a:t>
            </a:r>
            <a:endParaRPr lang="en-US" b="0" dirty="0">
              <a:solidFill>
                <a:schemeClr val="bg1"/>
              </a:solidFill>
            </a:endParaRPr>
          </a:p>
          <a:p>
            <a:pPr marL="457200" indent="-457200" algn="l">
              <a:buFont typeface="Wingdings" panose="05000000000000000000" pitchFamily="2" charset="2"/>
              <a:buChar char="v"/>
            </a:pPr>
            <a:r>
              <a:rPr lang="en-US" b="0" dirty="0" smtClean="0">
                <a:solidFill>
                  <a:schemeClr val="bg1"/>
                </a:solidFill>
              </a:rPr>
              <a:t>User-friendly </a:t>
            </a:r>
            <a:r>
              <a:rPr lang="en-US" b="0" dirty="0">
                <a:solidFill>
                  <a:schemeClr val="bg1"/>
                </a:solidFill>
              </a:rPr>
              <a:t>and intuitive </a:t>
            </a:r>
            <a:r>
              <a:rPr lang="en-US" b="0" dirty="0" smtClean="0">
                <a:solidFill>
                  <a:schemeClr val="bg1"/>
                </a:solidFill>
              </a:rPr>
              <a:t>interface</a:t>
            </a:r>
          </a:p>
          <a:p>
            <a:pPr marL="457200" indent="-457200" algn="l">
              <a:buFont typeface="Wingdings" panose="05000000000000000000" pitchFamily="2" charset="2"/>
              <a:buChar char="v"/>
            </a:pPr>
            <a:r>
              <a:rPr lang="en-US" b="0" dirty="0">
                <a:solidFill>
                  <a:schemeClr val="bg1"/>
                </a:solidFill>
              </a:rPr>
              <a:t>Automatic </a:t>
            </a:r>
            <a:r>
              <a:rPr lang="en-US" b="0" dirty="0" smtClean="0">
                <a:solidFill>
                  <a:schemeClr val="bg1"/>
                </a:solidFill>
              </a:rPr>
              <a:t>reminders</a:t>
            </a:r>
          </a:p>
          <a:p>
            <a:pPr marL="457200" indent="-457200" algn="l">
              <a:buFont typeface="Wingdings" panose="05000000000000000000" pitchFamily="2" charset="2"/>
              <a:buChar char="v"/>
            </a:pPr>
            <a:r>
              <a:rPr lang="en-US" b="0" dirty="0" smtClean="0">
                <a:solidFill>
                  <a:schemeClr val="bg1"/>
                </a:solidFill>
              </a:rPr>
              <a:t>Details of all the hospitals </a:t>
            </a:r>
            <a:endParaRPr lang="en-US" b="0" dirty="0">
              <a:solidFill>
                <a:schemeClr val="bg1"/>
              </a:solidFill>
            </a:endParaRPr>
          </a:p>
          <a:p>
            <a:pPr algn="l"/>
            <a:endParaRPr lang="en-US" b="0" dirty="0">
              <a:solidFill>
                <a:schemeClr val="bg1"/>
              </a:solidFill>
            </a:endParaRPr>
          </a:p>
          <a:p>
            <a:pPr marL="457200" indent="-457200" algn="l">
              <a:buFont typeface="Wingdings" panose="05000000000000000000" pitchFamily="2" charset="2"/>
              <a:buChar char="v"/>
            </a:pPr>
            <a:endParaRPr lang="en-IN" dirty="0">
              <a:solidFill>
                <a:schemeClr val="bg1"/>
              </a:solidFill>
            </a:endParaRPr>
          </a:p>
        </p:txBody>
      </p:sp>
      <p:sp>
        <p:nvSpPr>
          <p:cNvPr id="4" name="Slide Number Placeholder 3"/>
          <p:cNvSpPr>
            <a:spLocks noGrp="1"/>
          </p:cNvSpPr>
          <p:nvPr>
            <p:ph type="sldNum" sz="quarter" idx="12"/>
          </p:nvPr>
        </p:nvSpPr>
        <p:spPr/>
        <p:txBody>
          <a:bodyPr/>
          <a:lstStyle/>
          <a:p>
            <a:pPr>
              <a:defRPr/>
            </a:pPr>
            <a:fld id="{F0EEE149-5D86-4BF5-BCC2-4D8A9996A715}" type="slidenum">
              <a:rPr lang="en-US" smtClean="0"/>
              <a:pPr>
                <a:defRPr/>
              </a:pPr>
              <a:t>5</a:t>
            </a:fld>
            <a:endParaRPr lang="en-US"/>
          </a:p>
        </p:txBody>
      </p:sp>
      <p:pic>
        <p:nvPicPr>
          <p:cNvPr id="5" name="Picture 5" descr="iarelogo.JPG"/>
          <p:cNvPicPr>
            <a:picLocks noChangeAspect="1"/>
          </p:cNvPicPr>
          <p:nvPr/>
        </p:nvPicPr>
        <p:blipFill>
          <a:blip r:embed="rId2" cstate="print"/>
          <a:srcRect/>
          <a:stretch>
            <a:fillRect/>
          </a:stretch>
        </p:blipFill>
        <p:spPr bwMode="auto">
          <a:xfrm>
            <a:off x="8305800" y="-37322"/>
            <a:ext cx="838200" cy="898525"/>
          </a:xfrm>
          <a:prstGeom prst="rect">
            <a:avLst/>
          </a:prstGeom>
          <a:noFill/>
          <a:ln w="9525">
            <a:noFill/>
            <a:miter lim="800000"/>
            <a:headEnd/>
            <a:tailEnd/>
          </a:ln>
        </p:spPr>
      </p:pic>
    </p:spTree>
    <p:extLst>
      <p:ext uri="{BB962C8B-B14F-4D97-AF65-F5344CB8AC3E}">
        <p14:creationId xmlns:p14="http://schemas.microsoft.com/office/powerpoint/2010/main" val="24198909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 y="152401"/>
            <a:ext cx="8382000" cy="761999"/>
          </a:xfrm>
        </p:spPr>
        <p:txBody>
          <a:bodyPr/>
          <a:lstStyle/>
          <a:p>
            <a:r>
              <a:rPr lang="en-IN" dirty="0" smtClean="0">
                <a:solidFill>
                  <a:srgbClr val="FFFF00"/>
                </a:solidFill>
              </a:rPr>
              <a:t>Tools &amp; Technologies to be used</a:t>
            </a:r>
            <a:endParaRPr lang="en-IN" dirty="0">
              <a:solidFill>
                <a:srgbClr val="FFFF00"/>
              </a:solidFill>
            </a:endParaRPr>
          </a:p>
        </p:txBody>
      </p:sp>
      <p:sp>
        <p:nvSpPr>
          <p:cNvPr id="3" name="Subtitle 2"/>
          <p:cNvSpPr>
            <a:spLocks noGrp="1"/>
          </p:cNvSpPr>
          <p:nvPr>
            <p:ph type="subTitle" idx="1"/>
          </p:nvPr>
        </p:nvSpPr>
        <p:spPr>
          <a:xfrm>
            <a:off x="76200" y="1104123"/>
            <a:ext cx="8839200" cy="4534677"/>
          </a:xfrm>
        </p:spPr>
        <p:txBody>
          <a:bodyPr/>
          <a:lstStyle/>
          <a:p>
            <a:pPr algn="l"/>
            <a:r>
              <a:rPr lang="en-US" b="0" dirty="0"/>
              <a:t> </a:t>
            </a:r>
            <a:endParaRPr lang="en-IN" dirty="0"/>
          </a:p>
        </p:txBody>
      </p:sp>
      <p:sp>
        <p:nvSpPr>
          <p:cNvPr id="4" name="Slide Number Placeholder 3"/>
          <p:cNvSpPr>
            <a:spLocks noGrp="1"/>
          </p:cNvSpPr>
          <p:nvPr>
            <p:ph type="sldNum" sz="quarter" idx="12"/>
          </p:nvPr>
        </p:nvSpPr>
        <p:spPr/>
        <p:txBody>
          <a:bodyPr/>
          <a:lstStyle/>
          <a:p>
            <a:pPr>
              <a:defRPr/>
            </a:pPr>
            <a:fld id="{F0EEE149-5D86-4BF5-BCC2-4D8A9996A715}" type="slidenum">
              <a:rPr lang="en-US" smtClean="0"/>
              <a:pPr>
                <a:defRPr/>
              </a:pPr>
              <a:t>6</a:t>
            </a:fld>
            <a:endParaRPr lang="en-US"/>
          </a:p>
        </p:txBody>
      </p:sp>
      <p:pic>
        <p:nvPicPr>
          <p:cNvPr id="5" name="Picture 5" descr="iarelogo.JPG"/>
          <p:cNvPicPr>
            <a:picLocks noChangeAspect="1"/>
          </p:cNvPicPr>
          <p:nvPr/>
        </p:nvPicPr>
        <p:blipFill>
          <a:blip r:embed="rId2" cstate="print"/>
          <a:srcRect/>
          <a:stretch>
            <a:fillRect/>
          </a:stretch>
        </p:blipFill>
        <p:spPr bwMode="auto">
          <a:xfrm>
            <a:off x="8305800" y="-37322"/>
            <a:ext cx="838200" cy="898525"/>
          </a:xfrm>
          <a:prstGeom prst="rect">
            <a:avLst/>
          </a:prstGeom>
          <a:noFill/>
          <a:ln w="9525">
            <a:noFill/>
            <a:miter lim="800000"/>
            <a:headEnd/>
            <a:tailEnd/>
          </a:ln>
        </p:spPr>
      </p:pic>
      <p:sp>
        <p:nvSpPr>
          <p:cNvPr id="6" name="Rectangle 5"/>
          <p:cNvSpPr/>
          <p:nvPr/>
        </p:nvSpPr>
        <p:spPr>
          <a:xfrm>
            <a:off x="304800" y="1295400"/>
            <a:ext cx="8153400" cy="3970318"/>
          </a:xfrm>
          <a:prstGeom prst="rect">
            <a:avLst/>
          </a:prstGeom>
        </p:spPr>
        <p:txBody>
          <a:bodyPr wrap="square">
            <a:spAutoFit/>
          </a:bodyPr>
          <a:lstStyle/>
          <a:p>
            <a:pPr marL="457200" indent="-457200">
              <a:buFont typeface="Wingdings" panose="05000000000000000000" pitchFamily="2" charset="2"/>
              <a:buChar char="ü"/>
            </a:pPr>
            <a:r>
              <a:rPr lang="en-IN" sz="2800" dirty="0">
                <a:solidFill>
                  <a:schemeClr val="bg1"/>
                </a:solidFill>
              </a:rPr>
              <a:t>This project Hospital System has been developed on HTML, CSS, and JavaScript. We are providing html project ideas and also html projects with source code. </a:t>
            </a:r>
            <a:endParaRPr lang="en-IN" sz="2800" dirty="0" smtClean="0">
              <a:solidFill>
                <a:schemeClr val="bg1"/>
              </a:solidFill>
            </a:endParaRPr>
          </a:p>
          <a:p>
            <a:pPr marL="457200" indent="-457200">
              <a:buFont typeface="Wingdings" panose="05000000000000000000" pitchFamily="2" charset="2"/>
              <a:buChar char="ü"/>
            </a:pPr>
            <a:r>
              <a:rPr lang="en-IN" sz="2800" dirty="0" smtClean="0">
                <a:solidFill>
                  <a:schemeClr val="bg1"/>
                </a:solidFill>
              </a:rPr>
              <a:t>The </a:t>
            </a:r>
            <a:r>
              <a:rPr lang="en-IN" sz="2800" dirty="0">
                <a:solidFill>
                  <a:schemeClr val="bg1"/>
                </a:solidFill>
              </a:rPr>
              <a:t>main objective of developing this project was to create a static website for the Hospital, from which user can get the details of the hospital, such as about the hospitals, contact details, address, images etc. </a:t>
            </a:r>
          </a:p>
        </p:txBody>
      </p:sp>
    </p:spTree>
    <p:extLst>
      <p:ext uri="{BB962C8B-B14F-4D97-AF65-F5344CB8AC3E}">
        <p14:creationId xmlns:p14="http://schemas.microsoft.com/office/powerpoint/2010/main" val="4722873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81000" y="1066800"/>
            <a:ext cx="8382000" cy="4572000"/>
          </a:xfrm>
        </p:spPr>
        <p:txBody>
          <a:bodyPr/>
          <a:lstStyle/>
          <a:p>
            <a:pPr marL="457200" indent="-457200" algn="l">
              <a:buFont typeface="Wingdings" panose="05000000000000000000" pitchFamily="2" charset="2"/>
              <a:buChar char="ü"/>
            </a:pPr>
            <a:r>
              <a:rPr lang="en-US" b="0" dirty="0">
                <a:solidFill>
                  <a:schemeClr val="bg1"/>
                </a:solidFill>
              </a:rPr>
              <a:t>The back-end looks similar to a dashboard that displays all your booking </a:t>
            </a:r>
            <a:r>
              <a:rPr lang="en-US" b="0" dirty="0" smtClean="0">
                <a:solidFill>
                  <a:schemeClr val="bg1"/>
                </a:solidFill>
              </a:rPr>
              <a:t>records</a:t>
            </a:r>
          </a:p>
          <a:p>
            <a:pPr algn="l"/>
            <a:r>
              <a:rPr lang="en-IN" dirty="0" smtClean="0">
                <a:solidFill>
                  <a:schemeClr val="bg1"/>
                </a:solidFill>
              </a:rPr>
              <a:t>         Java</a:t>
            </a:r>
            <a:r>
              <a:rPr lang="en-IN" dirty="0">
                <a:solidFill>
                  <a:schemeClr val="bg1"/>
                </a:solidFill>
              </a:rPr>
              <a:t> </a:t>
            </a:r>
          </a:p>
          <a:p>
            <a:pPr algn="l"/>
            <a:r>
              <a:rPr lang="en-IN" dirty="0" smtClean="0">
                <a:solidFill>
                  <a:schemeClr val="bg1"/>
                </a:solidFill>
              </a:rPr>
              <a:t>	Python</a:t>
            </a:r>
            <a:r>
              <a:rPr lang="en-IN" dirty="0">
                <a:solidFill>
                  <a:schemeClr val="bg1"/>
                </a:solidFill>
              </a:rPr>
              <a:t> </a:t>
            </a:r>
            <a:endParaRPr lang="en-IN" dirty="0" smtClean="0">
              <a:solidFill>
                <a:schemeClr val="bg1"/>
              </a:solidFill>
            </a:endParaRPr>
          </a:p>
          <a:p>
            <a:pPr algn="l"/>
            <a:r>
              <a:rPr lang="en-IN" dirty="0" smtClean="0">
                <a:solidFill>
                  <a:schemeClr val="bg1"/>
                </a:solidFill>
              </a:rPr>
              <a:t>	SQL</a:t>
            </a:r>
            <a:r>
              <a:rPr lang="en-IN" dirty="0">
                <a:solidFill>
                  <a:schemeClr val="bg1"/>
                </a:solidFill>
              </a:rPr>
              <a:t> </a:t>
            </a:r>
          </a:p>
          <a:p>
            <a:pPr algn="l"/>
            <a:endParaRPr lang="en-IN" dirty="0">
              <a:solidFill>
                <a:schemeClr val="bg1"/>
              </a:solidFill>
            </a:endParaRPr>
          </a:p>
          <a:p>
            <a:pPr algn="l"/>
            <a:endParaRPr lang="en-IN" dirty="0">
              <a:solidFill>
                <a:schemeClr val="bg1"/>
              </a:solidFill>
            </a:endParaRPr>
          </a:p>
          <a:p>
            <a:pPr algn="l"/>
            <a:endParaRPr lang="en-US" b="0" dirty="0">
              <a:solidFill>
                <a:schemeClr val="bg1"/>
              </a:solidFill>
            </a:endParaRPr>
          </a:p>
        </p:txBody>
      </p:sp>
      <p:sp>
        <p:nvSpPr>
          <p:cNvPr id="4" name="Slide Number Placeholder 3"/>
          <p:cNvSpPr>
            <a:spLocks noGrp="1"/>
          </p:cNvSpPr>
          <p:nvPr>
            <p:ph type="sldNum" sz="quarter" idx="12"/>
          </p:nvPr>
        </p:nvSpPr>
        <p:spPr/>
        <p:txBody>
          <a:bodyPr/>
          <a:lstStyle/>
          <a:p>
            <a:pPr>
              <a:defRPr/>
            </a:pPr>
            <a:fld id="{F0EEE149-5D86-4BF5-BCC2-4D8A9996A715}" type="slidenum">
              <a:rPr lang="en-US" smtClean="0"/>
              <a:pPr>
                <a:defRPr/>
              </a:pPr>
              <a:t>7</a:t>
            </a:fld>
            <a:endParaRPr lang="en-US"/>
          </a:p>
        </p:txBody>
      </p:sp>
      <p:pic>
        <p:nvPicPr>
          <p:cNvPr id="5" name="Picture 5" descr="iarelogo.JPG"/>
          <p:cNvPicPr>
            <a:picLocks noChangeAspect="1"/>
          </p:cNvPicPr>
          <p:nvPr/>
        </p:nvPicPr>
        <p:blipFill>
          <a:blip r:embed="rId2" cstate="print"/>
          <a:srcRect/>
          <a:stretch>
            <a:fillRect/>
          </a:stretch>
        </p:blipFill>
        <p:spPr bwMode="auto">
          <a:xfrm>
            <a:off x="8305800" y="-37322"/>
            <a:ext cx="838200" cy="898525"/>
          </a:xfrm>
          <a:prstGeom prst="rect">
            <a:avLst/>
          </a:prstGeom>
          <a:noFill/>
          <a:ln w="9525">
            <a:noFill/>
            <a:miter lim="800000"/>
            <a:headEnd/>
            <a:tailEnd/>
          </a:ln>
        </p:spPr>
      </p:pic>
    </p:spTree>
    <p:extLst>
      <p:ext uri="{BB962C8B-B14F-4D97-AF65-F5344CB8AC3E}">
        <p14:creationId xmlns:p14="http://schemas.microsoft.com/office/powerpoint/2010/main" val="35826364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9144000" cy="914400"/>
          </a:xfrm>
          <a:prstGeom prst="rect">
            <a:avLst/>
          </a:prstGeom>
          <a:solidFill>
            <a:srgbClr val="2F71A2"/>
          </a:solidFill>
          <a:ln w="25400" cap="flat" cmpd="sng" algn="ctr">
            <a:noFill/>
            <a:prstDash val="solid"/>
          </a:ln>
          <a:effectLst/>
        </p:spPr>
        <p:txBody>
          <a:bodyPr anchor="ctr"/>
          <a:lstStyle/>
          <a:p>
            <a:pPr algn="ctr" fontAlgn="auto">
              <a:spcBef>
                <a:spcPts val="0"/>
              </a:spcBef>
              <a:spcAft>
                <a:spcPts val="0"/>
              </a:spcAft>
              <a:defRPr/>
            </a:pPr>
            <a:endParaRPr lang="en-US" kern="0">
              <a:solidFill>
                <a:sysClr val="window" lastClr="FFFFFF"/>
              </a:solidFill>
              <a:latin typeface="Calibri"/>
              <a:cs typeface="+mn-cs"/>
            </a:endParaRPr>
          </a:p>
        </p:txBody>
      </p:sp>
      <p:pic>
        <p:nvPicPr>
          <p:cNvPr id="154627" name="Picture 4" descr="http://www.hiltonheadislandbuilder.com/wp-content/uploads/2012/12/thank-you-card.jpg"/>
          <p:cNvPicPr>
            <a:picLocks noChangeAspect="1" noChangeArrowheads="1"/>
          </p:cNvPicPr>
          <p:nvPr/>
        </p:nvPicPr>
        <p:blipFill>
          <a:blip r:embed="rId2" cstate="print"/>
          <a:srcRect/>
          <a:stretch>
            <a:fillRect/>
          </a:stretch>
        </p:blipFill>
        <p:spPr bwMode="auto">
          <a:xfrm>
            <a:off x="0" y="914400"/>
            <a:ext cx="9144000" cy="5943600"/>
          </a:xfrm>
          <a:prstGeom prst="rect">
            <a:avLst/>
          </a:prstGeom>
          <a:noFill/>
          <a:ln w="9525">
            <a:noFill/>
            <a:miter lim="800000"/>
            <a:headEnd/>
            <a:tailEnd/>
          </a:ln>
        </p:spPr>
      </p:pic>
      <p:sp>
        <p:nvSpPr>
          <p:cNvPr id="2" name="Slide Number Placeholder 1"/>
          <p:cNvSpPr>
            <a:spLocks noGrp="1"/>
          </p:cNvSpPr>
          <p:nvPr>
            <p:ph type="sldNum" sz="quarter" idx="12"/>
          </p:nvPr>
        </p:nvSpPr>
        <p:spPr/>
        <p:txBody>
          <a:bodyPr/>
          <a:lstStyle/>
          <a:p>
            <a:pPr>
              <a:defRPr/>
            </a:pPr>
            <a:fld id="{19FA1906-51BE-4B49-A728-D60CC9E44BA8}" type="slidenum">
              <a:rPr lang="en-US" smtClean="0"/>
              <a:pPr>
                <a:defRPr/>
              </a:pPr>
              <a:t>8</a:t>
            </a:fld>
            <a:endParaRPr lang="en-US"/>
          </a:p>
        </p:txBody>
      </p:sp>
      <p:pic>
        <p:nvPicPr>
          <p:cNvPr id="154629" name="Picture 5" descr="iarelogo.JPG"/>
          <p:cNvPicPr>
            <a:picLocks noChangeAspect="1"/>
          </p:cNvPicPr>
          <p:nvPr/>
        </p:nvPicPr>
        <p:blipFill>
          <a:blip r:embed="rId3" cstate="print"/>
          <a:srcRect/>
          <a:stretch>
            <a:fillRect/>
          </a:stretch>
        </p:blipFill>
        <p:spPr bwMode="auto">
          <a:xfrm>
            <a:off x="8305800" y="-37322"/>
            <a:ext cx="838200" cy="898525"/>
          </a:xfrm>
          <a:prstGeom prst="rect">
            <a:avLst/>
          </a:prstGeom>
          <a:noFill/>
          <a:ln w="9525">
            <a:noFill/>
            <a:miter lim="800000"/>
            <a:headEnd/>
            <a:tailEnd/>
          </a:ln>
        </p:spPr>
      </p:pic>
    </p:spTree>
  </p:cSld>
  <p:clrMapOvr>
    <a:masterClrMapping/>
  </p:clrMapOvr>
  <p:transition/>
</p:sld>
</file>

<file path=ppt/theme/theme1.xml><?xml version="1.0" encoding="utf-8"?>
<a:theme xmlns:a="http://schemas.openxmlformats.org/drawingml/2006/main" name="Technic">
  <a:themeElements>
    <a:clrScheme name="Technic">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Paper</Template>
  <TotalTime>19576</TotalTime>
  <Words>323</Words>
  <Application>Microsoft Office PowerPoint</Application>
  <PresentationFormat>On-screen Show (4:3)</PresentationFormat>
  <Paragraphs>55</Paragraphs>
  <Slides>8</Slides>
  <Notes>0</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8</vt:i4>
      </vt:variant>
    </vt:vector>
  </HeadingPairs>
  <TitlesOfParts>
    <vt:vector size="19" baseType="lpstr">
      <vt:lpstr>Arial</vt:lpstr>
      <vt:lpstr>Berlin Sans FB</vt:lpstr>
      <vt:lpstr>Brush Script MT</vt:lpstr>
      <vt:lpstr>Calibri</vt:lpstr>
      <vt:lpstr>Courier New</vt:lpstr>
      <vt:lpstr>Franklin Gothic Book</vt:lpstr>
      <vt:lpstr>Tahoma</vt:lpstr>
      <vt:lpstr>Wingdings</vt:lpstr>
      <vt:lpstr>Wingdings 2</vt:lpstr>
      <vt:lpstr>Technic</vt:lpstr>
      <vt:lpstr>Custom Design</vt:lpstr>
      <vt:lpstr>PowerPoint Presentation</vt:lpstr>
      <vt:lpstr>Problem Statement  </vt:lpstr>
      <vt:lpstr>Prototype Solution</vt:lpstr>
      <vt:lpstr>PowerPoint Presentation</vt:lpstr>
      <vt:lpstr>Features</vt:lpstr>
      <vt:lpstr>Tools &amp; Technologies to be used</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med el</dc:creator>
  <cp:lastModifiedBy>home</cp:lastModifiedBy>
  <cp:revision>1899</cp:revision>
  <dcterms:created xsi:type="dcterms:W3CDTF">2011-03-29T09:15:57Z</dcterms:created>
  <dcterms:modified xsi:type="dcterms:W3CDTF">2024-06-08T10:10:55Z</dcterms:modified>
</cp:coreProperties>
</file>