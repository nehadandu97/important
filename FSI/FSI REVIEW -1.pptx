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49" r:id="rId2"/>
  </p:sldMasterIdLst>
  <p:notesMasterIdLst>
    <p:notesMasterId r:id="rId14"/>
  </p:notesMasterIdLst>
  <p:sldIdLst>
    <p:sldId id="256" r:id="rId3"/>
    <p:sldId id="285" r:id="rId4"/>
    <p:sldId id="284" r:id="rId5"/>
    <p:sldId id="273" r:id="rId6"/>
    <p:sldId id="262" r:id="rId7"/>
    <p:sldId id="278" r:id="rId8"/>
    <p:sldId id="257" r:id="rId9"/>
    <p:sldId id="276" r:id="rId10"/>
    <p:sldId id="281" r:id="rId11"/>
    <p:sldId id="282" r:id="rId12"/>
    <p:sldId id="283" r:id="rId13"/>
  </p:sldIdLst>
  <p:sldSz cx="9144000" cy="6858000" type="screen4x3"/>
  <p:notesSz cx="7104063" cy="10234613"/>
  <p:defaultTextStyle>
    <a:defPPr lvl="0">
      <a:defRPr lang="en-US"/>
    </a:defPPr>
    <a:lvl1pPr lvl="0" algn="l" rtl="0" eaLnBrk="0" fontAlgn="base" hangingPunct="0">
      <a:spcBef>
        <a:spcPct val="0"/>
      </a:spcBef>
      <a:spcAft>
        <a:spcPct val="0"/>
      </a:spcAft>
      <a:defRPr kern="1200">
        <a:solidFill>
          <a:schemeClr val="tx1"/>
        </a:solidFill>
        <a:latin typeface="Arial" pitchFamily="34" charset="0"/>
        <a:ea typeface="+mn-ea"/>
        <a:cs typeface="Arial" pitchFamily="34" charset="0"/>
      </a:defRPr>
    </a:lvl1pPr>
    <a:lvl2pPr marL="457200" lvl="1" algn="l" rtl="0" eaLnBrk="0" fontAlgn="base" hangingPunct="0">
      <a:spcBef>
        <a:spcPct val="0"/>
      </a:spcBef>
      <a:spcAft>
        <a:spcPct val="0"/>
      </a:spcAft>
      <a:defRPr kern="1200">
        <a:solidFill>
          <a:schemeClr val="tx1"/>
        </a:solidFill>
        <a:latin typeface="Arial" pitchFamily="34" charset="0"/>
        <a:ea typeface="+mn-ea"/>
        <a:cs typeface="Arial" pitchFamily="34" charset="0"/>
      </a:defRPr>
    </a:lvl2pPr>
    <a:lvl3pPr marL="914400" lvl="2" algn="l" rtl="0" eaLnBrk="0" fontAlgn="base" hangingPunct="0">
      <a:spcBef>
        <a:spcPct val="0"/>
      </a:spcBef>
      <a:spcAft>
        <a:spcPct val="0"/>
      </a:spcAft>
      <a:defRPr kern="1200">
        <a:solidFill>
          <a:schemeClr val="tx1"/>
        </a:solidFill>
        <a:latin typeface="Arial" pitchFamily="34" charset="0"/>
        <a:ea typeface="+mn-ea"/>
        <a:cs typeface="Arial" pitchFamily="34" charset="0"/>
      </a:defRPr>
    </a:lvl3pPr>
    <a:lvl4pPr marL="1371600" lvl="3" algn="l" rtl="0" eaLnBrk="0" fontAlgn="base" hangingPunct="0">
      <a:spcBef>
        <a:spcPct val="0"/>
      </a:spcBef>
      <a:spcAft>
        <a:spcPct val="0"/>
      </a:spcAft>
      <a:defRPr kern="1200">
        <a:solidFill>
          <a:schemeClr val="tx1"/>
        </a:solidFill>
        <a:latin typeface="Arial" pitchFamily="34" charset="0"/>
        <a:ea typeface="+mn-ea"/>
        <a:cs typeface="Arial" pitchFamily="34" charset="0"/>
      </a:defRPr>
    </a:lvl4pPr>
    <a:lvl5pPr marL="1828800" lvl="4" algn="l" rtl="0" eaLnBrk="0" fontAlgn="base" hangingPunct="0">
      <a:spcBef>
        <a:spcPct val="0"/>
      </a:spcBef>
      <a:spcAft>
        <a:spcPct val="0"/>
      </a:spcAft>
      <a:defRPr kern="1200">
        <a:solidFill>
          <a:schemeClr val="tx1"/>
        </a:solidFill>
        <a:latin typeface="Arial" pitchFamily="34" charset="0"/>
        <a:ea typeface="+mn-ea"/>
        <a:cs typeface="Arial" pitchFamily="34" charset="0"/>
      </a:defRPr>
    </a:lvl5pPr>
    <a:lvl6pPr marL="2286000" lvl="5" algn="l" defTabSz="914400" rtl="0" eaLnBrk="1" latinLnBrk="0" hangingPunct="1">
      <a:defRPr kern="1200">
        <a:solidFill>
          <a:schemeClr val="tx1"/>
        </a:solidFill>
        <a:latin typeface="Arial" pitchFamily="34" charset="0"/>
        <a:ea typeface="+mn-ea"/>
        <a:cs typeface="Arial" pitchFamily="34" charset="0"/>
      </a:defRPr>
    </a:lvl6pPr>
    <a:lvl7pPr marL="2743200" lvl="6" algn="l" defTabSz="914400" rtl="0" eaLnBrk="1" latinLnBrk="0" hangingPunct="1">
      <a:defRPr kern="1200">
        <a:solidFill>
          <a:schemeClr val="tx1"/>
        </a:solidFill>
        <a:latin typeface="Arial" pitchFamily="34" charset="0"/>
        <a:ea typeface="+mn-ea"/>
        <a:cs typeface="Arial" pitchFamily="34" charset="0"/>
      </a:defRPr>
    </a:lvl7pPr>
    <a:lvl8pPr marL="3200400" lvl="7" algn="l" defTabSz="914400" rtl="0" eaLnBrk="1" latinLnBrk="0" hangingPunct="1">
      <a:defRPr kern="1200">
        <a:solidFill>
          <a:schemeClr val="tx1"/>
        </a:solidFill>
        <a:latin typeface="Arial" pitchFamily="34" charset="0"/>
        <a:ea typeface="+mn-ea"/>
        <a:cs typeface="Arial" pitchFamily="34" charset="0"/>
      </a:defRPr>
    </a:lvl8pPr>
    <a:lvl9pPr marL="3657600" lvl="8"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orient="horz" pos="3224">
          <p15:clr>
            <a:srgbClr val="000000"/>
          </p15:clr>
        </p15:guide>
        <p15:guide id="3" pos="2160">
          <p15:clr>
            <a:srgbClr val="000000"/>
          </p15:clr>
        </p15:guide>
        <p15:guide id="4" pos="2238">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1474" y="7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orient="horz" pos="3224"/>
        <p:guide pos="2160"/>
        <p:guide pos="223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29" name="Header Placeholder 1"/>
          <p:cNvSpPr>
            <a:spLocks noGrp="1"/>
          </p:cNvSpPr>
          <p:nvPr>
            <p:ph type="hdr" sz="quarter"/>
          </p:nvPr>
        </p:nvSpPr>
        <p:spPr>
          <a:xfrm>
            <a:off x="0" y="0"/>
            <a:ext cx="3078163" cy="511175"/>
          </a:xfrm>
          <a:prstGeom prst="rect">
            <a:avLst/>
          </a:prstGeom>
        </p:spPr>
        <p:txBody>
          <a:bodyPr vert="horz" lIns="99075" tIns="49538" rIns="99075" bIns="49538"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1048730" name="Date Placeholder 2"/>
          <p:cNvSpPr>
            <a:spLocks noGrp="1"/>
          </p:cNvSpPr>
          <p:nvPr>
            <p:ph type="dt" idx="1"/>
          </p:nvPr>
        </p:nvSpPr>
        <p:spPr>
          <a:xfrm>
            <a:off x="4024313" y="0"/>
            <a:ext cx="3078162" cy="511175"/>
          </a:xfrm>
          <a:prstGeom prst="rect">
            <a:avLst/>
          </a:prstGeom>
        </p:spPr>
        <p:txBody>
          <a:bodyPr vert="horz" lIns="99075" tIns="49538" rIns="99075" bIns="49538" rtlCol="0"/>
          <a:lstStyle>
            <a:lvl1pPr algn="r" eaLnBrk="1" fontAlgn="auto" hangingPunct="1">
              <a:spcBef>
                <a:spcPts val="0"/>
              </a:spcBef>
              <a:spcAft>
                <a:spcPts val="0"/>
              </a:spcAft>
              <a:defRPr sz="1300">
                <a:latin typeface="+mn-lt"/>
                <a:cs typeface="+mn-cs"/>
              </a:defRPr>
            </a:lvl1pPr>
          </a:lstStyle>
          <a:p>
            <a:pPr>
              <a:defRPr/>
            </a:pPr>
            <a:fld id="{79632D85-81B2-4939-9A60-F41EB6CE5E65}" type="datetimeFigureOut">
              <a:rPr lang="en-US"/>
              <a:pPr>
                <a:defRPr/>
              </a:pPr>
              <a:t>3/26/2024</a:t>
            </a:fld>
            <a:endParaRPr lang="en-US"/>
          </a:p>
        </p:txBody>
      </p:sp>
      <p:sp>
        <p:nvSpPr>
          <p:cNvPr id="1048731" name="Slide Image Placeholder 3"/>
          <p:cNvSpPr>
            <a:spLocks noGrp="1" noRot="1" noChangeAspect="1"/>
          </p:cNvSpPr>
          <p:nvPr>
            <p:ph type="sldImg" idx="2"/>
          </p:nvPr>
        </p:nvSpPr>
        <p:spPr>
          <a:xfrm>
            <a:off x="995363" y="768350"/>
            <a:ext cx="5113337" cy="3836988"/>
          </a:xfrm>
          <a:prstGeom prst="rect">
            <a:avLst/>
          </a:prstGeom>
          <a:noFill/>
          <a:ln w="12700">
            <a:solidFill>
              <a:prstClr val="black"/>
            </a:solidFill>
          </a:ln>
        </p:spPr>
        <p:txBody>
          <a:bodyPr vert="horz" lIns="99075" tIns="49538" rIns="99075" bIns="49538" rtlCol="0" anchor="ctr"/>
          <a:lstStyle/>
          <a:p>
            <a:pPr lvl="0"/>
            <a:endParaRPr lang="en-US" noProof="0"/>
          </a:p>
        </p:txBody>
      </p:sp>
      <p:sp>
        <p:nvSpPr>
          <p:cNvPr id="1048732" name="Notes Placeholder 4"/>
          <p:cNvSpPr>
            <a:spLocks noGrp="1"/>
          </p:cNvSpPr>
          <p:nvPr>
            <p:ph type="body" sz="quarter" idx="3"/>
          </p:nvPr>
        </p:nvSpPr>
        <p:spPr>
          <a:xfrm>
            <a:off x="711200" y="4860925"/>
            <a:ext cx="5683250" cy="4605338"/>
          </a:xfrm>
          <a:prstGeom prst="rect">
            <a:avLst/>
          </a:prstGeom>
        </p:spPr>
        <p:txBody>
          <a:bodyPr vert="horz" lIns="99075" tIns="49538" rIns="99075" bIns="4953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8733" name="Footer Placeholder 5"/>
          <p:cNvSpPr>
            <a:spLocks noGrp="1"/>
          </p:cNvSpPr>
          <p:nvPr>
            <p:ph type="ftr" sz="quarter" idx="4"/>
          </p:nvPr>
        </p:nvSpPr>
        <p:spPr>
          <a:xfrm>
            <a:off x="0" y="9721850"/>
            <a:ext cx="3078163" cy="511175"/>
          </a:xfrm>
          <a:prstGeom prst="rect">
            <a:avLst/>
          </a:prstGeom>
        </p:spPr>
        <p:txBody>
          <a:bodyPr vert="horz" lIns="99075" tIns="49538" rIns="99075" bIns="49538"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1048734" name="Slide Number Placeholder 6"/>
          <p:cNvSpPr>
            <a:spLocks noGrp="1"/>
          </p:cNvSpPr>
          <p:nvPr>
            <p:ph type="sldNum" sz="quarter" idx="5"/>
          </p:nvPr>
        </p:nvSpPr>
        <p:spPr>
          <a:xfrm>
            <a:off x="4024313" y="9721850"/>
            <a:ext cx="3078162" cy="511175"/>
          </a:xfrm>
          <a:prstGeom prst="rect">
            <a:avLst/>
          </a:prstGeom>
        </p:spPr>
        <p:txBody>
          <a:bodyPr vert="horz" wrap="square" lIns="99075" tIns="49538" rIns="99075" bIns="49538" numCol="1" anchor="b" anchorCtr="0" compatLnSpc="1">
            <a:prstTxWarp prst="textNoShape">
              <a:avLst/>
            </a:prstTxWarp>
          </a:bodyPr>
          <a:lstStyle>
            <a:lvl1pPr algn="r" eaLnBrk="1" hangingPunct="1">
              <a:defRPr sz="1300">
                <a:latin typeface="Calibri" pitchFamily="34" charset="0"/>
              </a:defRPr>
            </a:lvl1pPr>
          </a:lstStyle>
          <a:p>
            <a:fld id="{722DFA5A-79E3-4533-A1E0-79252CADEB2C}"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Freeform 2"/>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4" name="Freeform 3"/>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48671" name="Title 8"/>
          <p:cNvSpPr>
            <a:spLocks noGrp="1"/>
          </p:cNvSpPr>
          <p:nvPr>
            <p:ph type="ctrTitle"/>
          </p:nvPr>
        </p:nvSpPr>
        <p:spPr>
          <a:xfrm>
            <a:off x="457200" y="1752600"/>
            <a:ext cx="6629400" cy="2590800"/>
          </a:xfrm>
        </p:spPr>
        <p:txBody>
          <a:bodyPr anchor="t"/>
          <a:lstStyle>
            <a:lvl1pPr algn="ct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en-US"/>
              <a:t>Click to edit Master title style</a:t>
            </a:r>
          </a:p>
        </p:txBody>
      </p:sp>
      <p:sp>
        <p:nvSpPr>
          <p:cNvPr id="5" name="Date Placeholder 29"/>
          <p:cNvSpPr>
            <a:spLocks noGrp="1"/>
          </p:cNvSpPr>
          <p:nvPr>
            <p:ph type="dt" sz="half" idx="10"/>
          </p:nvPr>
        </p:nvSpPr>
        <p:spPr/>
        <p:txBody>
          <a:bodyPr/>
          <a:lstStyle>
            <a:lvl1pPr>
              <a:defRPr b="1">
                <a:solidFill>
                  <a:schemeClr val="tx1"/>
                </a:solidFill>
              </a:defRPr>
            </a:lvl1pPr>
          </a:lstStyle>
          <a:p>
            <a:pPr>
              <a:defRPr/>
            </a:pPr>
            <a:fld id="{FC3E349C-3BB1-4441-9598-7385183D9E03}" type="datetime4">
              <a:rPr lang="en-US"/>
              <a:pPr>
                <a:defRPr/>
              </a:pPr>
              <a:t>March 26, 2024</a:t>
            </a:fld>
            <a:endParaRPr lang="en-US"/>
          </a:p>
        </p:txBody>
      </p:sp>
      <p:sp>
        <p:nvSpPr>
          <p:cNvPr id="6" name="Footer Placeholder 18"/>
          <p:cNvSpPr>
            <a:spLocks noGrp="1"/>
          </p:cNvSpPr>
          <p:nvPr>
            <p:ph type="ftr" sz="quarter" idx="11"/>
          </p:nvPr>
        </p:nvSpPr>
        <p:spPr/>
        <p:txBody>
          <a:bodyPr/>
          <a:lstStyle>
            <a:lvl1pPr>
              <a:defRPr b="1">
                <a:solidFill>
                  <a:schemeClr val="tx1"/>
                </a:solidFill>
              </a:defRPr>
            </a:lvl1pPr>
          </a:lstStyle>
          <a:p>
            <a:pPr>
              <a:defRPr/>
            </a:pPr>
            <a:r>
              <a:rPr lang="en-US"/>
              <a:t>MSRIT, Bangalore - 54</a:t>
            </a:r>
          </a:p>
        </p:txBody>
      </p:sp>
      <p:sp>
        <p:nvSpPr>
          <p:cNvPr id="7" name="Slide Number Placeholder 26"/>
          <p:cNvSpPr>
            <a:spLocks noGrp="1"/>
          </p:cNvSpPr>
          <p:nvPr>
            <p:ph type="sldNum" sz="quarter" idx="12"/>
          </p:nvPr>
        </p:nvSpPr>
        <p:spPr/>
        <p:txBody>
          <a:bodyPr/>
          <a:lstStyle>
            <a:lvl1pPr>
              <a:defRPr/>
            </a:lvl1pPr>
          </a:lstStyle>
          <a:p>
            <a:fld id="{3AAB8470-621A-4D5F-8E5C-868FB963F40A}"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9" name="Title 1"/>
          <p:cNvSpPr>
            <a:spLocks noGrp="1"/>
          </p:cNvSpPr>
          <p:nvPr>
            <p:ph type="title"/>
          </p:nvPr>
        </p:nvSpPr>
        <p:spPr>
          <a:xfrm>
            <a:off x="228600" y="152400"/>
            <a:ext cx="7696200" cy="990600"/>
          </a:xfrm>
        </p:spPr>
        <p:txBody>
          <a:bodyPr/>
          <a:lstStyle>
            <a:lvl1pPr algn="l"/>
          </a:lstStyle>
          <a:p>
            <a:r>
              <a:rPr lang="en-US"/>
              <a:t>Click to edit Master title style</a:t>
            </a:r>
          </a:p>
        </p:txBody>
      </p:sp>
      <p:sp>
        <p:nvSpPr>
          <p:cNvPr id="1048600" name="Content Placeholder 2"/>
          <p:cNvSpPr>
            <a:spLocks noGrp="1"/>
          </p:cNvSpPr>
          <p:nvPr>
            <p:ph idx="1"/>
          </p:nvPr>
        </p:nvSpPr>
        <p:spPr>
          <a:xfrm>
            <a:off x="228600" y="1371600"/>
            <a:ext cx="8610600" cy="4678363"/>
          </a:xfrm>
        </p:spPr>
        <p:txBody>
          <a:bodyPr/>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001000" y="0"/>
            <a:ext cx="1143000" cy="228600"/>
          </a:xfrm>
        </p:spPr>
        <p:txBody>
          <a:bodyPr anchor="t"/>
          <a:lstStyle>
            <a:lvl1pPr>
              <a:defRPr/>
            </a:lvl1pPr>
          </a:lstStyle>
          <a:p>
            <a:pPr>
              <a:defRPr/>
            </a:pPr>
            <a:fld id="{4A4C099B-A88E-433C-B393-79A5FD6CFF9D}" type="datetime4">
              <a:rPr lang="en-US"/>
              <a:pPr>
                <a:defRPr/>
              </a:pPr>
              <a:t>March 26,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5"/>
          <p:cNvSpPr>
            <a:spLocks noGrp="1"/>
          </p:cNvSpPr>
          <p:nvPr>
            <p:ph type="sldNum" sz="quarter" idx="12"/>
          </p:nvPr>
        </p:nvSpPr>
        <p:spPr/>
        <p:txBody>
          <a:bodyPr/>
          <a:lstStyle>
            <a:lvl1pPr>
              <a:defRPr/>
            </a:lvl1pPr>
          </a:lstStyle>
          <a:p>
            <a:fld id="{B01A9520-9C13-42F6-B778-5D2C2F9052DA}"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Freeform 2"/>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4" name="Freeform 3"/>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48692" name="Title 1"/>
          <p:cNvSpPr>
            <a:spLocks noGrp="1"/>
          </p:cNvSpPr>
          <p:nvPr>
            <p:ph type="title"/>
          </p:nvPr>
        </p:nvSpPr>
        <p:spPr>
          <a:xfrm>
            <a:off x="609600" y="2133600"/>
            <a:ext cx="6629400" cy="1826363"/>
          </a:xfrm>
        </p:spPr>
        <p:txBody>
          <a:bodyPr tIns="0" bIns="0" anchor="t">
            <a:noAutofit/>
          </a:bodyPr>
          <a:lstStyle>
            <a:lvl1pPr algn="l">
              <a:buNone/>
              <a:defRPr sz="6600" b="1" cap="none" spc="0" baseline="0">
                <a:ln w="18415" cmpd="sng">
                  <a:solidFill>
                    <a:srgbClr val="FFFFFF"/>
                  </a:solidFill>
                  <a:prstDash val="solid"/>
                </a:ln>
                <a:solidFill>
                  <a:srgbClr val="FFFFFF"/>
                </a:solidFill>
                <a:effectLst>
                  <a:outerShdw blurRad="63500" dir="3600000" algn="tl" rotWithShape="0">
                    <a:srgbClr val="000000">
                      <a:alpha val="70000"/>
                    </a:srgbClr>
                  </a:outerShdw>
                </a:effectLst>
                <a:latin typeface="Brush Script MT" pitchFamily="66" charset="0"/>
              </a:defRPr>
            </a:lvl1pPr>
          </a:lstStyle>
          <a:p>
            <a:r>
              <a:rPr lang="en-US" dirty="0"/>
              <a:t>Click to edit Master title style</a:t>
            </a:r>
          </a:p>
        </p:txBody>
      </p:sp>
      <p:sp>
        <p:nvSpPr>
          <p:cNvPr id="5" name="Date Placeholder 3"/>
          <p:cNvSpPr>
            <a:spLocks noGrp="1"/>
          </p:cNvSpPr>
          <p:nvPr>
            <p:ph type="dt" sz="half" idx="10"/>
          </p:nvPr>
        </p:nvSpPr>
        <p:spPr>
          <a:xfrm>
            <a:off x="7924800" y="0"/>
            <a:ext cx="1219200" cy="284163"/>
          </a:xfrm>
        </p:spPr>
        <p:txBody>
          <a:bodyPr anchor="t"/>
          <a:lstStyle>
            <a:lvl1pPr>
              <a:defRPr/>
            </a:lvl1pPr>
          </a:lstStyle>
          <a:p>
            <a:pPr>
              <a:defRPr/>
            </a:pPr>
            <a:fld id="{8CFCA4A3-FFE7-450D-AB01-591E1F108729}" type="datetime4">
              <a:rPr lang="en-US"/>
              <a:pPr>
                <a:defRPr/>
              </a:pPr>
              <a:t>March 26,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5"/>
          <p:cNvSpPr>
            <a:spLocks noGrp="1"/>
          </p:cNvSpPr>
          <p:nvPr>
            <p:ph type="sldNum" sz="quarter" idx="12"/>
          </p:nvPr>
        </p:nvSpPr>
        <p:spPr/>
        <p:txBody>
          <a:bodyPr/>
          <a:lstStyle>
            <a:lvl1pPr>
              <a:defRPr/>
            </a:lvl1pPr>
          </a:lstStyle>
          <a:p>
            <a:fld id="{825C13BF-B321-4287-839C-07C6ACB0A795}"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17" name="Title 1"/>
          <p:cNvSpPr>
            <a:spLocks noGrp="1"/>
          </p:cNvSpPr>
          <p:nvPr>
            <p:ph type="title"/>
          </p:nvPr>
        </p:nvSpPr>
        <p:spPr>
          <a:xfrm>
            <a:off x="457200" y="274638"/>
            <a:ext cx="7467600" cy="1143000"/>
          </a:xfrm>
        </p:spPr>
        <p:txBody>
          <a:bodyPr/>
          <a:lstStyle/>
          <a:p>
            <a:r>
              <a:rPr lang="en-US"/>
              <a:t>Click to edit Master title style</a:t>
            </a:r>
          </a:p>
        </p:txBody>
      </p:sp>
      <p:sp>
        <p:nvSpPr>
          <p:cNvPr id="1048718" name="Content Placeholder 2"/>
          <p:cNvSpPr>
            <a:spLocks noGrp="1"/>
          </p:cNvSpPr>
          <p:nvPr>
            <p:ph sz="half" idx="1"/>
          </p:nvPr>
        </p:nvSpPr>
        <p:spPr>
          <a:xfrm>
            <a:off x="457200" y="1600200"/>
            <a:ext cx="3657600" cy="4525963"/>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9" name="Content Placeholder 3"/>
          <p:cNvSpPr>
            <a:spLocks noGrp="1"/>
          </p:cNvSpPr>
          <p:nvPr>
            <p:ph sz="half" idx="2"/>
          </p:nvPr>
        </p:nvSpPr>
        <p:spPr>
          <a:xfrm>
            <a:off x="4267200" y="1600200"/>
            <a:ext cx="3657600" cy="4525963"/>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001000" y="0"/>
            <a:ext cx="1143000" cy="365125"/>
          </a:xfrm>
        </p:spPr>
        <p:txBody>
          <a:bodyPr anchor="t"/>
          <a:lstStyle>
            <a:lvl1pPr>
              <a:defRPr/>
            </a:lvl1pPr>
          </a:lstStyle>
          <a:p>
            <a:pPr>
              <a:defRPr/>
            </a:pPr>
            <a:fld id="{6F8267F7-E5E9-42FD-9E6A-B755052B2DA0}" type="datetime4">
              <a:rPr lang="en-US"/>
              <a:pPr>
                <a:defRPr/>
              </a:pPr>
              <a:t>March 26, 2024</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p:txBody>
          <a:bodyPr/>
          <a:lstStyle>
            <a:lvl1pPr>
              <a:defRPr/>
            </a:lvl1pPr>
          </a:lstStyle>
          <a:p>
            <a:fld id="{4EAEBFF4-474F-42E8-B530-9F7EEBB83E59}"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96" name="Title 1"/>
          <p:cNvSpPr>
            <a:spLocks noGrp="1"/>
          </p:cNvSpPr>
          <p:nvPr>
            <p:ph type="title"/>
          </p:nvPr>
        </p:nvSpPr>
        <p:spPr>
          <a:xfrm>
            <a:off x="457200" y="273050"/>
            <a:ext cx="8229600" cy="1143000"/>
          </a:xfrm>
        </p:spPr>
        <p:txBody>
          <a:bodyPr/>
          <a:lstStyle/>
          <a:p>
            <a:r>
              <a:rPr lang="en-US"/>
              <a:t>Click to edit Master title style</a:t>
            </a:r>
          </a:p>
        </p:txBody>
      </p:sp>
      <p:sp>
        <p:nvSpPr>
          <p:cNvPr id="1048697" name="Text Placeholder 2"/>
          <p:cNvSpPr>
            <a:spLocks noGrp="1"/>
          </p:cNvSpPr>
          <p:nvPr>
            <p:ph type="body" idx="1"/>
          </p:nvPr>
        </p:nvSpPr>
        <p:spPr>
          <a:xfrm>
            <a:off x="457200" y="5486400"/>
            <a:ext cx="4040188"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dirty="0"/>
              <a:t>Click to edit Master text styles</a:t>
            </a:r>
          </a:p>
        </p:txBody>
      </p:sp>
      <p:sp>
        <p:nvSpPr>
          <p:cNvPr id="1048698" name="Text Placeholder 3"/>
          <p:cNvSpPr>
            <a:spLocks noGrp="1"/>
          </p:cNvSpPr>
          <p:nvPr>
            <p:ph type="body" sz="half" idx="3"/>
          </p:nvPr>
        </p:nvSpPr>
        <p:spPr>
          <a:xfrm>
            <a:off x="4645025" y="5486400"/>
            <a:ext cx="4041775"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048699" name="Content Placeholder 4"/>
          <p:cNvSpPr>
            <a:spLocks noGrp="1"/>
          </p:cNvSpPr>
          <p:nvPr>
            <p:ph sz="quarter" idx="2"/>
          </p:nvPr>
        </p:nvSpPr>
        <p:spPr>
          <a:xfrm>
            <a:off x="457200" y="1516912"/>
            <a:ext cx="4040188" cy="3941763"/>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0" name="Content Placeholder 5"/>
          <p:cNvSpPr>
            <a:spLocks noGrp="1"/>
          </p:cNvSpPr>
          <p:nvPr>
            <p:ph sz="quarter" idx="4"/>
          </p:nvPr>
        </p:nvSpPr>
        <p:spPr>
          <a:xfrm>
            <a:off x="4645025" y="1516912"/>
            <a:ext cx="4041775" cy="3941763"/>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001000" y="0"/>
            <a:ext cx="1143000" cy="365125"/>
          </a:xfrm>
        </p:spPr>
        <p:txBody>
          <a:bodyPr anchor="t"/>
          <a:lstStyle>
            <a:lvl1pPr>
              <a:defRPr/>
            </a:lvl1pPr>
          </a:lstStyle>
          <a:p>
            <a:pPr>
              <a:defRPr/>
            </a:pPr>
            <a:fld id="{D0F435B1-29E4-49BD-A149-C5555E043C0E}" type="datetime4">
              <a:rPr lang="en-US"/>
              <a:pPr>
                <a:defRPr/>
              </a:pPr>
              <a:t>March 26, 2024</a:t>
            </a:fld>
            <a:endParaRPr lang="en-US" dirty="0"/>
          </a:p>
        </p:txBody>
      </p:sp>
      <p:sp>
        <p:nvSpPr>
          <p:cNvPr id="8" name="Footer Placeholder 7"/>
          <p:cNvSpPr>
            <a:spLocks noGrp="1"/>
          </p:cNvSpPr>
          <p:nvPr>
            <p:ph type="ftr" sz="quarter" idx="11"/>
          </p:nvPr>
        </p:nvSpPr>
        <p:spPr/>
        <p:txBody>
          <a:bodyPr/>
          <a:lstStyle>
            <a:lvl1pPr>
              <a:defRPr/>
            </a:lvl1pPr>
          </a:lstStyle>
          <a:p>
            <a:pPr>
              <a:defRPr/>
            </a:pPr>
            <a:r>
              <a:rPr lang="en-US"/>
              <a:t>MSRIT, Bangalore - 54</a:t>
            </a:r>
          </a:p>
        </p:txBody>
      </p:sp>
      <p:sp>
        <p:nvSpPr>
          <p:cNvPr id="9" name="Slide Number Placeholder 8"/>
          <p:cNvSpPr>
            <a:spLocks noGrp="1"/>
          </p:cNvSpPr>
          <p:nvPr>
            <p:ph type="sldNum" sz="quarter" idx="12"/>
          </p:nvPr>
        </p:nvSpPr>
        <p:spPr/>
        <p:txBody>
          <a:bodyPr/>
          <a:lstStyle>
            <a:lvl1pPr>
              <a:defRPr/>
            </a:lvl1pPr>
          </a:lstStyle>
          <a:p>
            <a:fld id="{F29097ED-38EA-4005-BCCB-17081F174C5F}"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75" name="Title 1"/>
          <p:cNvSpPr>
            <a:spLocks noGrp="1"/>
          </p:cNvSpPr>
          <p:nvPr>
            <p:ph type="title"/>
          </p:nvPr>
        </p:nvSpPr>
        <p:spPr>
          <a:xfrm>
            <a:off x="457200" y="274320"/>
            <a:ext cx="7470648" cy="1143000"/>
          </a:xfrm>
        </p:spPr>
        <p:txBody>
          <a:bodyPr/>
          <a:lstStyle>
            <a:lvl1pPr algn="l">
              <a:defRPr sz="4600"/>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9156AE75-B3FB-49D0-B7E0-54938871B5E8}" type="datetime4">
              <a:rPr lang="en-US"/>
              <a:pPr>
                <a:defRPr/>
              </a:pPr>
              <a:t>March 26, 2024</a:t>
            </a:fld>
            <a:endParaRPr lang="en-US"/>
          </a:p>
        </p:txBody>
      </p:sp>
      <p:sp>
        <p:nvSpPr>
          <p:cNvPr id="4" name="Footer Placeholder 21"/>
          <p:cNvSpPr>
            <a:spLocks noGrp="1"/>
          </p:cNvSpPr>
          <p:nvPr>
            <p:ph type="ftr" sz="quarter" idx="11"/>
          </p:nvPr>
        </p:nvSpPr>
        <p:spPr/>
        <p:txBody>
          <a:bodyPr/>
          <a:lstStyle>
            <a:lvl1pPr>
              <a:defRPr/>
            </a:lvl1pPr>
          </a:lstStyle>
          <a:p>
            <a:pPr>
              <a:defRPr/>
            </a:pPr>
            <a:r>
              <a:rPr lang="en-US"/>
              <a:t>MSRIT, Bangalore - 54</a:t>
            </a:r>
          </a:p>
        </p:txBody>
      </p:sp>
      <p:sp>
        <p:nvSpPr>
          <p:cNvPr id="5" name="Slide Number Placeholder 17"/>
          <p:cNvSpPr>
            <a:spLocks noGrp="1"/>
          </p:cNvSpPr>
          <p:nvPr>
            <p:ph type="sldNum" sz="quarter" idx="12"/>
          </p:nvPr>
        </p:nvSpPr>
        <p:spPr/>
        <p:txBody>
          <a:bodyPr/>
          <a:lstStyle>
            <a:lvl1pPr>
              <a:defRPr/>
            </a:lvl1pPr>
          </a:lstStyle>
          <a:p>
            <a:fld id="{4F4A914D-FADC-41DA-801A-A2DE0BD96A02}"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916CF7BD-80D7-4182-9023-2FD14B7C52EA}" type="datetime4">
              <a:rPr lang="en-US"/>
              <a:pPr>
                <a:defRPr/>
              </a:pPr>
              <a:t>March 26, 2024</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t>MSRIT, Bangalore - 54</a:t>
            </a:r>
          </a:p>
        </p:txBody>
      </p:sp>
      <p:sp>
        <p:nvSpPr>
          <p:cNvPr id="4" name="Slide Number Placeholder 17"/>
          <p:cNvSpPr>
            <a:spLocks noGrp="1"/>
          </p:cNvSpPr>
          <p:nvPr>
            <p:ph type="sldNum" sz="quarter" idx="12"/>
          </p:nvPr>
        </p:nvSpPr>
        <p:spPr/>
        <p:txBody>
          <a:bodyPr/>
          <a:lstStyle>
            <a:lvl1pPr>
              <a:defRPr/>
            </a:lvl1pPr>
          </a:lstStyle>
          <a:p>
            <a:fld id="{8F5E18D7-4F5F-402B-8C89-01E5A229D9FC}"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23"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lang="en-US"/>
              <a:t>Click to edit Master title style</a:t>
            </a:r>
          </a:p>
        </p:txBody>
      </p:sp>
      <p:sp>
        <p:nvSpPr>
          <p:cNvPr id="1048724"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b="1"/>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048725" name="Content Placeholder 3"/>
          <p:cNvSpPr>
            <a:spLocks noGrp="1"/>
          </p:cNvSpPr>
          <p:nvPr>
            <p:ph sz="half" idx="1"/>
          </p:nvPr>
        </p:nvSpPr>
        <p:spPr>
          <a:xfrm>
            <a:off x="457200" y="1981200"/>
            <a:ext cx="7086600" cy="3810000"/>
          </a:xfrm>
        </p:spPr>
        <p:txBody>
          <a:bodyPr/>
          <a:lstStyle>
            <a:lvl1pPr>
              <a:defRPr sz="2800" b="1"/>
            </a:lvl1pPr>
            <a:lvl2pPr>
              <a:defRPr sz="2400" b="1"/>
            </a:lvl2pPr>
            <a:lvl3pPr>
              <a:defRPr sz="2200" b="1"/>
            </a:lvl3pPr>
            <a:lvl4pPr>
              <a:defRPr sz="2000" b="1"/>
            </a:lvl4pPr>
            <a:lvl5pPr>
              <a:defRPr sz="20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F3C76DBD-8BC9-4C62-93AD-EBB15ADB9BC9}" type="datetime4">
              <a:rPr lang="en-US"/>
              <a:pPr>
                <a:defRPr/>
              </a:pPr>
              <a:t>March 26, 2024</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a:xfrm>
            <a:off x="8156575" y="6421438"/>
            <a:ext cx="762000" cy="365125"/>
          </a:xfrm>
        </p:spPr>
        <p:txBody>
          <a:bodyPr/>
          <a:lstStyle>
            <a:lvl1pPr>
              <a:defRPr/>
            </a:lvl1pPr>
          </a:lstStyle>
          <a:p>
            <a:fld id="{51D4C46A-DD38-4B9B-9F42-63AD57C6933D}"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84" name="Title 1"/>
          <p:cNvSpPr>
            <a:spLocks noGrp="1"/>
          </p:cNvSpPr>
          <p:nvPr>
            <p:ph type="title"/>
          </p:nvPr>
        </p:nvSpPr>
        <p:spPr>
          <a:xfrm>
            <a:off x="5562600" y="1219200"/>
            <a:ext cx="3053868" cy="1253808"/>
          </a:xfrm>
        </p:spPr>
        <p:txBody>
          <a:bodyPr anchor="b"/>
          <a:lstStyle>
            <a:lvl1pPr algn="l">
              <a:buNone/>
              <a:defRPr sz="2200" b="1">
                <a:solidFill>
                  <a:srgbClr val="FFD03B"/>
                </a:solidFill>
              </a:defRPr>
            </a:lvl1pPr>
          </a:lstStyle>
          <a:p>
            <a:r>
              <a:rPr lang="en-US"/>
              <a:t>Click to edit Master title style</a:t>
            </a:r>
          </a:p>
        </p:txBody>
      </p:sp>
      <p:sp>
        <p:nvSpPr>
          <p:cNvPr id="1048685"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en-US" noProof="0"/>
              <a:t>Click icon to add picture</a:t>
            </a:r>
            <a:endParaRPr lang="en-US" noProof="0" dirty="0"/>
          </a:p>
        </p:txBody>
      </p:sp>
      <p:sp>
        <p:nvSpPr>
          <p:cNvPr id="1048686" name="Text Placeholder 3"/>
          <p:cNvSpPr>
            <a:spLocks noGrp="1"/>
          </p:cNvSpPr>
          <p:nvPr>
            <p:ph type="body" sz="half" idx="2"/>
          </p:nvPr>
        </p:nvSpPr>
        <p:spPr>
          <a:xfrm>
            <a:off x="5562600" y="2743200"/>
            <a:ext cx="3053866" cy="2663482"/>
          </a:xfrm>
        </p:spPr>
        <p:txBody>
          <a:bodyPr lIns="45720" rIns="45720"/>
          <a:lstStyle>
            <a:lvl1pPr marL="0" indent="0">
              <a:buFontTx/>
              <a:buNone/>
              <a:defRPr sz="1200" b="1"/>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5" name="Date Placeholder 9"/>
          <p:cNvSpPr>
            <a:spLocks noGrp="1"/>
          </p:cNvSpPr>
          <p:nvPr>
            <p:ph type="dt" sz="half" idx="10"/>
          </p:nvPr>
        </p:nvSpPr>
        <p:spPr/>
        <p:txBody>
          <a:bodyPr/>
          <a:lstStyle>
            <a:lvl1pPr>
              <a:defRPr/>
            </a:lvl1pPr>
          </a:lstStyle>
          <a:p>
            <a:pPr>
              <a:defRPr/>
            </a:pPr>
            <a:fld id="{0ED4BD44-D27C-4228-9B19-221E0AADB205}" type="datetime4">
              <a:rPr lang="en-US"/>
              <a:pPr>
                <a:defRPr/>
              </a:pPr>
              <a:t>March 26, 2024</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17"/>
          <p:cNvSpPr>
            <a:spLocks noGrp="1"/>
          </p:cNvSpPr>
          <p:nvPr>
            <p:ph type="sldNum" sz="quarter" idx="12"/>
          </p:nvPr>
        </p:nvSpPr>
        <p:spPr/>
        <p:txBody>
          <a:bodyPr/>
          <a:lstStyle>
            <a:lvl1pPr>
              <a:defRPr/>
            </a:lvl1pPr>
          </a:lstStyle>
          <a:p>
            <a:fld id="{2534D676-1AC6-47FF-A609-68B579A5C5E8}"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12" name="Title 1"/>
          <p:cNvSpPr>
            <a:spLocks noGrp="1"/>
          </p:cNvSpPr>
          <p:nvPr>
            <p:ph type="title"/>
          </p:nvPr>
        </p:nvSpPr>
        <p:spPr/>
        <p:txBody>
          <a:bodyPr/>
          <a:lstStyle/>
          <a:p>
            <a:r>
              <a:rPr lang="en-US"/>
              <a:t>Click to edit Master title style</a:t>
            </a:r>
          </a:p>
        </p:txBody>
      </p:sp>
      <p:sp>
        <p:nvSpPr>
          <p:cNvPr id="1048713" name="Vertical Text Placeholder 2"/>
          <p:cNvSpPr>
            <a:spLocks noGrp="1"/>
          </p:cNvSpPr>
          <p:nvPr>
            <p:ph type="body" orient="vert" idx="1"/>
          </p:nvPr>
        </p:nvSpPr>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8FE03502-A26B-4B1A-9E6F-603622473C37}" type="datetime4">
              <a:rPr lang="en-US"/>
              <a:pPr>
                <a:defRPr/>
              </a:pPr>
              <a:t>March 26, 2024</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fld id="{00E500CF-7DF5-474C-A4DC-851F9846807E}"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79"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80" name="Vertical Text Placeholder 2"/>
          <p:cNvSpPr>
            <a:spLocks noGrp="1"/>
          </p:cNvSpPr>
          <p:nvPr>
            <p:ph type="body" orient="vert" idx="1"/>
          </p:nvPr>
        </p:nvSpPr>
        <p:spPr>
          <a:xfrm>
            <a:off x="457200" y="274638"/>
            <a:ext cx="6019800" cy="5851525"/>
          </a:xfrm>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E40D75AE-4815-443D-A2BA-308073E26317}" type="datetime4">
              <a:rPr lang="en-US"/>
              <a:pPr>
                <a:defRPr/>
              </a:pPr>
              <a:t>March 26, 2024</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fld id="{6D00B3C1-51F1-4070-853C-3C896E2A788C}"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104870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708" name="Text Placeholder 2"/>
          <p:cNvSpPr>
            <a:spLocks noGrp="1"/>
          </p:cNvSpPr>
          <p:nvPr>
            <p:ph type="body" idx="1"/>
          </p:nvPr>
        </p:nvSpPr>
        <p:spPr>
          <a:xfrm>
            <a:off x="722313" y="2906713"/>
            <a:ext cx="7772400" cy="1500187"/>
          </a:xfrm>
        </p:spPr>
        <p:txBody>
          <a:bodyPr anchor="b"/>
          <a:lstStyle>
            <a:lvl1pPr marL="0" indent="0">
              <a:buNone/>
              <a:defRPr sz="2000" b="1">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06A94BBD-121E-4A91-B755-F9E15CA10A8C}" type="datetime4">
              <a:rPr lang="en-US"/>
              <a:pPr>
                <a:defRPr/>
              </a:pPr>
              <a:t>March 26,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endParaRPr lang="en-US" dirty="0"/>
          </a:p>
        </p:txBody>
      </p:sp>
      <p:sp>
        <p:nvSpPr>
          <p:cNvPr id="6" name="Slide Number Placeholder 5"/>
          <p:cNvSpPr>
            <a:spLocks noGrp="1"/>
          </p:cNvSpPr>
          <p:nvPr>
            <p:ph type="sldNum" sz="quarter" idx="12"/>
          </p:nvPr>
        </p:nvSpPr>
        <p:spPr/>
        <p:txBody>
          <a:bodyPr/>
          <a:lstStyle>
            <a:lvl1pPr>
              <a:defRPr/>
            </a:lvl1pPr>
          </a:lstStyle>
          <a:p>
            <a:fld id="{79672586-0B34-4B84-A94A-7B01315591F9}"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4" name="Rectangle 3"/>
          <p:cNvSpPr/>
          <p:nvPr userDrawn="1"/>
        </p:nvSpPr>
        <p:spPr>
          <a:xfrm>
            <a:off x="0" y="0"/>
            <a:ext cx="9144000" cy="9144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48589"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590" name="Subtitle 2"/>
          <p:cNvSpPr>
            <a:spLocks noGrp="1"/>
          </p:cNvSpPr>
          <p:nvPr>
            <p:ph type="subTitle" idx="1"/>
          </p:nvPr>
        </p:nvSpPr>
        <p:spPr>
          <a:xfrm>
            <a:off x="1371600" y="3886200"/>
            <a:ext cx="6400800" cy="1752600"/>
          </a:xfrm>
        </p:spPr>
        <p:txBody>
          <a:bodyPr/>
          <a:lstStyle>
            <a:lvl1pPr marL="0" indent="0" algn="ctr">
              <a:buNone/>
              <a:defRPr b="1">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p:cNvSpPr>
            <a:spLocks noGrp="1"/>
          </p:cNvSpPr>
          <p:nvPr>
            <p:ph type="dt" sz="half" idx="10"/>
          </p:nvPr>
        </p:nvSpPr>
        <p:spPr/>
        <p:txBody>
          <a:bodyPr/>
          <a:lstStyle>
            <a:lvl1pPr>
              <a:defRPr/>
            </a:lvl1pPr>
          </a:lstStyle>
          <a:p>
            <a:pPr>
              <a:defRPr/>
            </a:pPr>
            <a:fld id="{6D5FBC73-EF85-4A88-98EF-3D30FE943CD7}" type="datetime4">
              <a:rPr lang="en-US"/>
              <a:pPr>
                <a:defRPr/>
              </a:pPr>
              <a:t>March 26,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5"/>
          <p:cNvSpPr>
            <a:spLocks noGrp="1"/>
          </p:cNvSpPr>
          <p:nvPr>
            <p:ph type="sldNum" sz="quarter" idx="12"/>
          </p:nvPr>
        </p:nvSpPr>
        <p:spPr/>
        <p:txBody>
          <a:bodyPr/>
          <a:lstStyle>
            <a:lvl1pPr>
              <a:defRPr/>
            </a:lvl1pPr>
          </a:lstStyle>
          <a:p>
            <a:fld id="{7E3D8A1A-F310-4C9F-9F39-DEED8B092108}"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431925" y="36513"/>
            <a:ext cx="246063" cy="358775"/>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3" name="Text Box 5"/>
          <p:cNvSpPr txBox="1">
            <a:spLocks noChangeArrowheads="1"/>
          </p:cNvSpPr>
          <p:nvPr/>
        </p:nvSpPr>
        <p:spPr bwMode="auto">
          <a:xfrm>
            <a:off x="1584325" y="265113"/>
            <a:ext cx="6950075" cy="366712"/>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4" name="Text Box 6"/>
          <p:cNvSpPr txBox="1">
            <a:spLocks noChangeArrowheads="1"/>
          </p:cNvSpPr>
          <p:nvPr/>
        </p:nvSpPr>
        <p:spPr bwMode="auto">
          <a:xfrm>
            <a:off x="152400" y="0"/>
            <a:ext cx="8778875" cy="366713"/>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5" name="Text Box 7"/>
          <p:cNvSpPr txBox="1">
            <a:spLocks noChangeArrowheads="1"/>
          </p:cNvSpPr>
          <p:nvPr/>
        </p:nvSpPr>
        <p:spPr bwMode="auto">
          <a:xfrm>
            <a:off x="1431925" y="265113"/>
            <a:ext cx="246063" cy="358775"/>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46"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647"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3/26/2024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1720AD12-4C7D-48ED-A781-1D90EAF8F27D}"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64" name="Title 1"/>
          <p:cNvSpPr>
            <a:spLocks noGrp="1"/>
          </p:cNvSpPr>
          <p:nvPr>
            <p:ph type="title"/>
          </p:nvPr>
        </p:nvSpPr>
        <p:spPr/>
        <p:txBody>
          <a:bodyPr/>
          <a:lstStyle/>
          <a:p>
            <a:r>
              <a:rPr lang="en-US"/>
              <a:t>Click to edit Master title style</a:t>
            </a:r>
          </a:p>
        </p:txBody>
      </p:sp>
      <p:sp>
        <p:nvSpPr>
          <p:cNvPr id="1048665"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3/26/2024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9266AE6B-2183-4854-B748-44186F8C5598}" type="slidenum">
              <a:rPr lang="en-US"/>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59"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660"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3/26/2024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4BC9AF8-C5DE-4806-92A9-EE8242DE140E}" type="slidenum">
              <a:rPr lang="en-US"/>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11" name="Title 1"/>
          <p:cNvSpPr>
            <a:spLocks noGrp="1"/>
          </p:cNvSpPr>
          <p:nvPr>
            <p:ph type="title"/>
          </p:nvPr>
        </p:nvSpPr>
        <p:spPr/>
        <p:txBody>
          <a:bodyPr/>
          <a:lstStyle/>
          <a:p>
            <a:r>
              <a:rPr lang="en-US"/>
              <a:t>Click to edit Master title style</a:t>
            </a:r>
          </a:p>
        </p:txBody>
      </p:sp>
      <p:sp>
        <p:nvSpPr>
          <p:cNvPr id="1048612"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3"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3/26/2024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69A3A83D-79B4-45DB-9CD2-65B55F6C98F5}" type="slidenum">
              <a:rPr lang="en-US"/>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51" name="Title 1"/>
          <p:cNvSpPr>
            <a:spLocks noGrp="1"/>
          </p:cNvSpPr>
          <p:nvPr>
            <p:ph type="title"/>
          </p:nvPr>
        </p:nvSpPr>
        <p:spPr/>
        <p:txBody>
          <a:bodyPr/>
          <a:lstStyle/>
          <a:p>
            <a:r>
              <a:rPr lang="en-US"/>
              <a:t>Click to edit Master title style</a:t>
            </a:r>
          </a:p>
        </p:txBody>
      </p:sp>
      <p:sp>
        <p:nvSpPr>
          <p:cNvPr id="1048652"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3"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4"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5"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3/26/2024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41EF6AB0-0D75-4ADF-8D76-DFC49B5D4226}" type="slidenum">
              <a:rPr lang="en-US"/>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33"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3/26/2024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D458017C-6284-4482-882E-C30184979605}" type="slidenum">
              <a:rPr lang="en-US"/>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3/26/2024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1A12DB6F-C3AF-4FAE-A7A6-D1B35630A24C}" type="slidenum">
              <a:rPr lang="en-US"/>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40"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641"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2"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3/26/2024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1AC2CA08-EB1D-45EA-A306-09E31D898AD8}" type="slidenum">
              <a:rPr lang="en-US"/>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27"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628"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048629"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3/26/2024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21B76E4-A9B1-4889-842E-5068B48DAC8C}" type="slidenum">
              <a:rPr lang="en-US"/>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17" name="Title 1"/>
          <p:cNvSpPr>
            <a:spLocks noGrp="1"/>
          </p:cNvSpPr>
          <p:nvPr>
            <p:ph type="title"/>
          </p:nvPr>
        </p:nvSpPr>
        <p:spPr/>
        <p:txBody>
          <a:bodyPr/>
          <a:lstStyle/>
          <a:p>
            <a:r>
              <a:rPr lang="en-US"/>
              <a:t>Click to edit Master title style</a:t>
            </a:r>
          </a:p>
        </p:txBody>
      </p:sp>
      <p:sp>
        <p:nvSpPr>
          <p:cNvPr id="1048618"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3/26/2024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D79E108D-97AB-4851-B10F-017F82988B0D}" type="slidenum">
              <a:rPr lang="en-US"/>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2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2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3/26/2024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06F62FF3-9B14-415A-AD6D-2D35045551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48576" name="Freeform 11"/>
          <p:cNvSpPr/>
          <p:nvPr/>
        </p:nvSpPr>
        <p:spPr bwMode="auto">
          <a:xfrm>
            <a:off x="0" y="5410200"/>
            <a:ext cx="9144000" cy="1454150"/>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27" name="Title Placeholder 8"/>
          <p:cNvSpPr>
            <a:spLocks noGrp="1"/>
          </p:cNvSpPr>
          <p:nvPr>
            <p:ph type="title"/>
          </p:nvPr>
        </p:nvSpPr>
        <p:spPr bwMode="auto">
          <a:xfrm>
            <a:off x="304800" y="152400"/>
            <a:ext cx="7620000" cy="9906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smtClean="0"/>
              <a:t>Click to edit Master title style</a:t>
            </a:r>
          </a:p>
        </p:txBody>
      </p:sp>
      <p:sp>
        <p:nvSpPr>
          <p:cNvPr id="1028" name="Text Placeholder 29"/>
          <p:cNvSpPr>
            <a:spLocks noGrp="1"/>
          </p:cNvSpPr>
          <p:nvPr>
            <p:ph type="body" idx="1"/>
          </p:nvPr>
        </p:nvSpPr>
        <p:spPr bwMode="auto">
          <a:xfrm>
            <a:off x="304800" y="1371600"/>
            <a:ext cx="7620000" cy="46783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579" name="Date Placeholder 9"/>
          <p:cNvSpPr>
            <a:spLocks noGrp="1"/>
          </p:cNvSpPr>
          <p:nvPr>
            <p:ph type="dt" sz="half" idx="2"/>
          </p:nvPr>
        </p:nvSpPr>
        <p:spPr>
          <a:xfrm>
            <a:off x="457200" y="6421438"/>
            <a:ext cx="2133600" cy="365125"/>
          </a:xfrm>
          <a:prstGeom prst="rect">
            <a:avLst/>
          </a:prstGeom>
        </p:spPr>
        <p:txBody>
          <a:bodyPr vert="horz" bIns="0" anchor="b"/>
          <a:lstStyle>
            <a:lvl1pPr algn="l" eaLnBrk="1" fontAlgn="auto" latinLnBrk="0" hangingPunct="1">
              <a:spcBef>
                <a:spcPts val="0"/>
              </a:spcBef>
              <a:spcAft>
                <a:spcPts val="0"/>
              </a:spcAft>
              <a:defRPr kumimoji="0" sz="1000" b="1">
                <a:solidFill>
                  <a:schemeClr val="tx1"/>
                </a:solidFill>
                <a:latin typeface="+mn-lt"/>
                <a:cs typeface="+mn-cs"/>
              </a:defRPr>
            </a:lvl1pPr>
          </a:lstStyle>
          <a:p>
            <a:pPr>
              <a:defRPr/>
            </a:pPr>
            <a:fld id="{CE502735-63BE-4EE3-9EFC-E3669953DA34}" type="datetime4">
              <a:rPr lang="en-US"/>
              <a:pPr>
                <a:defRPr/>
              </a:pPr>
              <a:t>March 26, 2024</a:t>
            </a:fld>
            <a:endParaRPr lang="en-US"/>
          </a:p>
        </p:txBody>
      </p:sp>
      <p:sp>
        <p:nvSpPr>
          <p:cNvPr id="1048580" name="Footer Placeholder 21"/>
          <p:cNvSpPr>
            <a:spLocks noGrp="1"/>
          </p:cNvSpPr>
          <p:nvPr>
            <p:ph type="ftr" sz="quarter" idx="3"/>
          </p:nvPr>
        </p:nvSpPr>
        <p:spPr>
          <a:xfrm>
            <a:off x="3124200" y="6421438"/>
            <a:ext cx="2895600" cy="365125"/>
          </a:xfrm>
          <a:prstGeom prst="rect">
            <a:avLst/>
          </a:prstGeom>
        </p:spPr>
        <p:txBody>
          <a:bodyPr vert="horz" lIns="0" rIns="0" bIns="0" anchor="b"/>
          <a:lstStyle>
            <a:lvl1pPr algn="ctr" eaLnBrk="1" fontAlgn="auto" latinLnBrk="0" hangingPunct="1">
              <a:spcBef>
                <a:spcPts val="0"/>
              </a:spcBef>
              <a:spcAft>
                <a:spcPts val="0"/>
              </a:spcAft>
              <a:defRPr kumimoji="0" sz="1000" b="1">
                <a:solidFill>
                  <a:schemeClr val="tx1"/>
                </a:solidFill>
                <a:latin typeface="+mn-lt"/>
                <a:cs typeface="+mn-cs"/>
              </a:defRPr>
            </a:lvl1pPr>
          </a:lstStyle>
          <a:p>
            <a:pPr>
              <a:defRPr/>
            </a:pPr>
            <a:r>
              <a:rPr lang="en-US"/>
              <a:t>MSRIT, Bangalore - 54</a:t>
            </a:r>
          </a:p>
        </p:txBody>
      </p:sp>
      <p:sp>
        <p:nvSpPr>
          <p:cNvPr id="1048581" name="Slide Number Placeholder 17"/>
          <p:cNvSpPr>
            <a:spLocks noGrp="1"/>
          </p:cNvSpPr>
          <p:nvPr>
            <p:ph type="sldNum" sz="quarter" idx="4"/>
          </p:nvPr>
        </p:nvSpPr>
        <p:spPr>
          <a:xfrm>
            <a:off x="8153400" y="6421438"/>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000" b="1"/>
            </a:lvl1pPr>
          </a:lstStyle>
          <a:p>
            <a:fld id="{A0DE0D6A-5BD3-4220-8C61-BD0CB23BE6E6}" type="slidenum">
              <a:rPr lang="en-US"/>
              <a:pPr/>
              <a:t>‹#›</a:t>
            </a:fld>
            <a:endParaRPr lang="en-US"/>
          </a:p>
        </p:txBody>
      </p:sp>
    </p:spTree>
  </p:cSld>
  <p:clrMap bg1="dk1" tx1="lt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685" r:id="rId6"/>
    <p:sldLayoutId id="2147483686" r:id="rId7"/>
    <p:sldLayoutId id="2147483706" r:id="rId8"/>
    <p:sldLayoutId id="2147483687" r:id="rId9"/>
    <p:sldLayoutId id="2147483688" r:id="rId10"/>
    <p:sldLayoutId id="2147483689" r:id="rId11"/>
    <p:sldLayoutId id="2147483707" r:id="rId12"/>
    <p:sldLayoutId id="2147483708" r:id="rId13"/>
    <p:sldLayoutId id="2147483709" r:id="rId14"/>
  </p:sldLayoutIdLst>
  <p:hf hdr="0" ftr="0" dt="0"/>
  <p:txStyles>
    <p:titleStyle>
      <a:lvl1pPr algn="l" rtl="0" eaLnBrk="0" fontAlgn="base" hangingPunct="0">
        <a:spcBef>
          <a:spcPct val="0"/>
        </a:spcBef>
        <a:spcAft>
          <a:spcPct val="0"/>
        </a:spcAft>
        <a:defRPr sz="4600" b="1" kern="1200">
          <a:solidFill>
            <a:srgbClr val="FFD03B"/>
          </a:solidFill>
          <a:latin typeface="+mj-lt"/>
          <a:ea typeface="+mj-ea"/>
          <a:cs typeface="+mj-cs"/>
        </a:defRPr>
      </a:lvl1pPr>
      <a:lvl2pPr algn="l" rtl="0" eaLnBrk="0" fontAlgn="base" hangingPunct="0">
        <a:spcBef>
          <a:spcPct val="0"/>
        </a:spcBef>
        <a:spcAft>
          <a:spcPct val="0"/>
        </a:spcAft>
        <a:defRPr sz="4600" b="1">
          <a:solidFill>
            <a:srgbClr val="FFD03B"/>
          </a:solidFill>
          <a:latin typeface="Franklin Gothic Book" pitchFamily="34" charset="0"/>
        </a:defRPr>
      </a:lvl2pPr>
      <a:lvl3pPr algn="l" rtl="0" eaLnBrk="0" fontAlgn="base" hangingPunct="0">
        <a:spcBef>
          <a:spcPct val="0"/>
        </a:spcBef>
        <a:spcAft>
          <a:spcPct val="0"/>
        </a:spcAft>
        <a:defRPr sz="4600" b="1">
          <a:solidFill>
            <a:srgbClr val="FFD03B"/>
          </a:solidFill>
          <a:latin typeface="Franklin Gothic Book" pitchFamily="34" charset="0"/>
        </a:defRPr>
      </a:lvl3pPr>
      <a:lvl4pPr algn="l" rtl="0" eaLnBrk="0" fontAlgn="base" hangingPunct="0">
        <a:spcBef>
          <a:spcPct val="0"/>
        </a:spcBef>
        <a:spcAft>
          <a:spcPct val="0"/>
        </a:spcAft>
        <a:defRPr sz="4600" b="1">
          <a:solidFill>
            <a:srgbClr val="FFD03B"/>
          </a:solidFill>
          <a:latin typeface="Franklin Gothic Book" pitchFamily="34" charset="0"/>
        </a:defRPr>
      </a:lvl4pPr>
      <a:lvl5pPr algn="l" rtl="0" eaLnBrk="0" fontAlgn="base" hangingPunct="0">
        <a:spcBef>
          <a:spcPct val="0"/>
        </a:spcBef>
        <a:spcAft>
          <a:spcPct val="0"/>
        </a:spcAft>
        <a:defRPr sz="4600" b="1">
          <a:solidFill>
            <a:srgbClr val="FFD03B"/>
          </a:solidFill>
          <a:latin typeface="Franklin Gothic Book" pitchFamily="34" charset="0"/>
        </a:defRPr>
      </a:lvl5pPr>
      <a:lvl6pPr marL="457200" algn="l" rtl="0" fontAlgn="base">
        <a:spcBef>
          <a:spcPct val="0"/>
        </a:spcBef>
        <a:spcAft>
          <a:spcPct val="0"/>
        </a:spcAft>
        <a:defRPr sz="4600">
          <a:solidFill>
            <a:srgbClr val="FFD03B"/>
          </a:solidFill>
          <a:latin typeface="Franklin Gothic Book" pitchFamily="34" charset="0"/>
        </a:defRPr>
      </a:lvl6pPr>
      <a:lvl7pPr marL="914400" algn="l" rtl="0" fontAlgn="base">
        <a:spcBef>
          <a:spcPct val="0"/>
        </a:spcBef>
        <a:spcAft>
          <a:spcPct val="0"/>
        </a:spcAft>
        <a:defRPr sz="4600">
          <a:solidFill>
            <a:srgbClr val="FFD03B"/>
          </a:solidFill>
          <a:latin typeface="Franklin Gothic Book" pitchFamily="34" charset="0"/>
        </a:defRPr>
      </a:lvl7pPr>
      <a:lvl8pPr marL="1371600" algn="l" rtl="0" fontAlgn="base">
        <a:spcBef>
          <a:spcPct val="0"/>
        </a:spcBef>
        <a:spcAft>
          <a:spcPct val="0"/>
        </a:spcAft>
        <a:defRPr sz="4600">
          <a:solidFill>
            <a:srgbClr val="FFD03B"/>
          </a:solidFill>
          <a:latin typeface="Franklin Gothic Book" pitchFamily="34" charset="0"/>
        </a:defRPr>
      </a:lvl8pPr>
      <a:lvl9pPr marL="1828800" algn="l" rtl="0" fontAlgn="base">
        <a:spcBef>
          <a:spcPct val="0"/>
        </a:spcBef>
        <a:spcAft>
          <a:spcPct val="0"/>
        </a:spcAft>
        <a:defRPr sz="4600">
          <a:solidFill>
            <a:srgbClr val="FFD03B"/>
          </a:solidFill>
          <a:latin typeface="Franklin Gothic Book"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0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cs typeface="Arial" charset="0"/>
              </a:defRPr>
            </a:lvl1pPr>
          </a:lstStyle>
          <a:p>
            <a:pPr>
              <a:defRPr/>
            </a:pPr>
            <a:fld id="{F5CA11FA-81BA-4E1A-93CB-0E664232FF38}" type="datetimeFigureOut">
              <a:rPr lang="en-US"/>
              <a:pPr>
                <a:defRPr/>
              </a:pPr>
              <a:t>3/26/2024</a:t>
            </a:fld>
            <a:endParaRPr lang="en-US"/>
          </a:p>
        </p:txBody>
      </p:sp>
      <p:sp>
        <p:nvSpPr>
          <p:cNvPr id="104860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cs typeface="Arial" charset="0"/>
              </a:defRPr>
            </a:lvl1pPr>
          </a:lstStyle>
          <a:p>
            <a:pPr>
              <a:defRPr/>
            </a:pPr>
            <a:endParaRPr lang="en-US"/>
          </a:p>
        </p:txBody>
      </p:sp>
      <p:sp>
        <p:nvSpPr>
          <p:cNvPr id="1048610"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9D1A466F-D17A-47B5-BF09-1FD6E1EA7625}"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object 2"/>
          <p:cNvSpPr>
            <a:spLocks/>
          </p:cNvSpPr>
          <p:nvPr/>
        </p:nvSpPr>
        <p:spPr bwMode="auto">
          <a:xfrm>
            <a:off x="0" y="0"/>
            <a:ext cx="9144000" cy="944563"/>
          </a:xfrm>
          <a:custGeom>
            <a:avLst/>
            <a:gdLst/>
            <a:ahLst/>
            <a:cxnLst>
              <a:cxn ang="0">
                <a:pos x="9144000" y="0"/>
              </a:cxn>
              <a:cxn ang="0">
                <a:pos x="0" y="0"/>
              </a:cxn>
              <a:cxn ang="0">
                <a:pos x="0" y="914400"/>
              </a:cxn>
              <a:cxn ang="0">
                <a:pos x="9144000" y="914400"/>
              </a:cxn>
              <a:cxn ang="0">
                <a:pos x="9144000" y="0"/>
              </a:cxn>
            </a:cxnLst>
            <a:rect l="0" t="0" r="r" b="b"/>
            <a:pathLst>
              <a:path w="9144000" h="914400">
                <a:moveTo>
                  <a:pt x="9144000" y="0"/>
                </a:moveTo>
                <a:lnTo>
                  <a:pt x="0" y="0"/>
                </a:lnTo>
                <a:lnTo>
                  <a:pt x="0" y="914400"/>
                </a:lnTo>
                <a:lnTo>
                  <a:pt x="9144000" y="914400"/>
                </a:lnTo>
                <a:lnTo>
                  <a:pt x="9144000" y="0"/>
                </a:lnTo>
                <a:close/>
              </a:path>
            </a:pathLst>
          </a:custGeom>
          <a:solidFill>
            <a:srgbClr val="2D6FA0"/>
          </a:solidFill>
          <a:ln w="9525">
            <a:noFill/>
            <a:round/>
            <a:headEnd/>
            <a:tailEnd/>
          </a:ln>
        </p:spPr>
        <p:txBody>
          <a:bodyPr lIns="0" tIns="0" rIns="0" bIns="0"/>
          <a:lstStyle/>
          <a:p>
            <a:endParaRPr lang="en-US"/>
          </a:p>
        </p:txBody>
      </p:sp>
      <p:sp>
        <p:nvSpPr>
          <p:cNvPr id="13315" name="TextBox 2"/>
          <p:cNvSpPr txBox="1">
            <a:spLocks noChangeArrowheads="1"/>
          </p:cNvSpPr>
          <p:nvPr/>
        </p:nvSpPr>
        <p:spPr bwMode="auto">
          <a:xfrm>
            <a:off x="249238" y="257175"/>
            <a:ext cx="8078787" cy="492125"/>
          </a:xfrm>
          <a:prstGeom prst="rect">
            <a:avLst/>
          </a:prstGeom>
          <a:noFill/>
          <a:ln w="9525">
            <a:noFill/>
            <a:miter lim="800000"/>
            <a:headEnd/>
            <a:tailEnd/>
          </a:ln>
        </p:spPr>
        <p:txBody>
          <a:bodyPr>
            <a:spAutoFit/>
          </a:bodyPr>
          <a:lstStyle/>
          <a:p>
            <a:pPr eaLnBrk="1" hangingPunct="1"/>
            <a:r>
              <a:rPr lang="en-US" sz="2600" b="1" dirty="0">
                <a:latin typeface="Times New Roman" pitchFamily="18" charset="0"/>
                <a:cs typeface="Times New Roman" pitchFamily="18" charset="0"/>
              </a:rPr>
              <a:t>  INSTITUTE OF AERONAUTICAL ENGINEERING</a:t>
            </a:r>
            <a:endParaRPr lang="en-IN" sz="2600" dirty="0">
              <a:latin typeface="Times New Roman" pitchFamily="18" charset="0"/>
              <a:cs typeface="Times New Roman" pitchFamily="18" charset="0"/>
            </a:endParaRPr>
          </a:p>
        </p:txBody>
      </p:sp>
      <p:pic>
        <p:nvPicPr>
          <p:cNvPr id="13316" name="Picture 3"/>
          <p:cNvPicPr>
            <a:picLocks noChangeAspect="1"/>
          </p:cNvPicPr>
          <p:nvPr/>
        </p:nvPicPr>
        <p:blipFill>
          <a:blip r:embed="rId2"/>
          <a:srcRect/>
          <a:stretch>
            <a:fillRect/>
          </a:stretch>
        </p:blipFill>
        <p:spPr bwMode="auto">
          <a:xfrm>
            <a:off x="8328025" y="23813"/>
            <a:ext cx="731838" cy="822325"/>
          </a:xfrm>
          <a:prstGeom prst="rect">
            <a:avLst/>
          </a:prstGeom>
          <a:noFill/>
          <a:ln w="9525">
            <a:noFill/>
            <a:miter lim="800000"/>
            <a:headEnd/>
            <a:tailEnd/>
          </a:ln>
        </p:spPr>
      </p:pic>
      <p:sp>
        <p:nvSpPr>
          <p:cNvPr id="13317" name="TextBox 4"/>
          <p:cNvSpPr txBox="1">
            <a:spLocks noChangeArrowheads="1"/>
          </p:cNvSpPr>
          <p:nvPr/>
        </p:nvSpPr>
        <p:spPr bwMode="auto">
          <a:xfrm>
            <a:off x="5334000" y="5278438"/>
            <a:ext cx="3725863" cy="1323439"/>
          </a:xfrm>
          <a:prstGeom prst="rect">
            <a:avLst/>
          </a:prstGeom>
          <a:noFill/>
          <a:ln w="9525">
            <a:noFill/>
            <a:miter lim="800000"/>
            <a:headEnd/>
            <a:tailEnd/>
          </a:ln>
        </p:spPr>
        <p:txBody>
          <a:bodyPr>
            <a:spAutoFit/>
          </a:bodyPr>
          <a:lstStyle/>
          <a:p>
            <a:pPr eaLnBrk="1" hangingPunct="1"/>
            <a:r>
              <a:rPr lang="en-US" sz="1600" b="1" dirty="0">
                <a:solidFill>
                  <a:schemeClr val="bg1"/>
                </a:solidFill>
                <a:latin typeface="Times New Roman" pitchFamily="18" charset="0"/>
                <a:cs typeface="Times New Roman" pitchFamily="18" charset="0"/>
              </a:rPr>
              <a:t>Presented by –</a:t>
            </a:r>
            <a:r>
              <a:rPr lang="en-US" sz="1600" dirty="0">
                <a:solidFill>
                  <a:schemeClr val="bg1"/>
                </a:solidFill>
                <a:latin typeface="Times New Roman" pitchFamily="18" charset="0"/>
                <a:cs typeface="Times New Roman" pitchFamily="18" charset="0"/>
              </a:rPr>
              <a:t>                                                        </a:t>
            </a:r>
          </a:p>
          <a:p>
            <a:pPr eaLnBrk="1" hangingPunct="1"/>
            <a:r>
              <a:rPr lang="en-US" sz="1600" dirty="0" err="1" smtClean="0">
                <a:solidFill>
                  <a:schemeClr val="bg1"/>
                </a:solidFill>
                <a:latin typeface="Times New Roman" pitchFamily="18" charset="0"/>
                <a:cs typeface="Times New Roman" pitchFamily="18" charset="0"/>
              </a:rPr>
              <a:t>D.Neha</a:t>
            </a:r>
            <a:r>
              <a:rPr lang="en-US" sz="1600" dirty="0" smtClean="0">
                <a:solidFill>
                  <a:schemeClr val="bg1"/>
                </a:solidFill>
                <a:latin typeface="Times New Roman" pitchFamily="18" charset="0"/>
                <a:cs typeface="Times New Roman" pitchFamily="18" charset="0"/>
              </a:rPr>
              <a:t>  - 21951A05B8</a:t>
            </a:r>
            <a:endParaRPr lang="en-US" sz="1600" dirty="0">
              <a:solidFill>
                <a:schemeClr val="bg1"/>
              </a:solidFill>
              <a:latin typeface="Times New Roman" pitchFamily="18" charset="0"/>
              <a:cs typeface="Times New Roman" pitchFamily="18" charset="0"/>
            </a:endParaRPr>
          </a:p>
          <a:p>
            <a:pPr eaLnBrk="1" hangingPunct="1"/>
            <a:r>
              <a:rPr lang="en-US" sz="1600" dirty="0" smtClean="0">
                <a:solidFill>
                  <a:schemeClr val="bg1"/>
                </a:solidFill>
                <a:latin typeface="Times New Roman" pitchFamily="18" charset="0"/>
                <a:cs typeface="Times New Roman" pitchFamily="18" charset="0"/>
              </a:rPr>
              <a:t>Mohammed </a:t>
            </a:r>
            <a:r>
              <a:rPr lang="en-US" sz="1600" dirty="0" err="1" smtClean="0">
                <a:solidFill>
                  <a:schemeClr val="bg1"/>
                </a:solidFill>
                <a:latin typeface="Times New Roman" pitchFamily="18" charset="0"/>
                <a:cs typeface="Times New Roman" pitchFamily="18" charset="0"/>
              </a:rPr>
              <a:t>Ameesha</a:t>
            </a:r>
            <a:r>
              <a:rPr lang="en-US" sz="1600" dirty="0" smtClean="0">
                <a:solidFill>
                  <a:schemeClr val="bg1"/>
                </a:solidFill>
                <a:latin typeface="Times New Roman" pitchFamily="18" charset="0"/>
                <a:cs typeface="Times New Roman" pitchFamily="18" charset="0"/>
              </a:rPr>
              <a:t>   - 21951A05A4                                                          </a:t>
            </a:r>
            <a:r>
              <a:rPr lang="en-US" sz="1600" dirty="0" err="1" smtClean="0">
                <a:solidFill>
                  <a:schemeClr val="bg1"/>
                </a:solidFill>
                <a:latin typeface="Times New Roman" pitchFamily="18" charset="0"/>
                <a:cs typeface="Times New Roman" pitchFamily="18" charset="0"/>
              </a:rPr>
              <a:t>M.Dheeraj</a:t>
            </a:r>
            <a:r>
              <a:rPr lang="en-US" sz="1600" dirty="0" smtClean="0">
                <a:solidFill>
                  <a:schemeClr val="bg1"/>
                </a:solidFill>
                <a:latin typeface="Times New Roman" pitchFamily="18" charset="0"/>
                <a:cs typeface="Times New Roman" pitchFamily="18" charset="0"/>
              </a:rPr>
              <a:t> – 21951A0538              </a:t>
            </a:r>
            <a:r>
              <a:rPr lang="en-IN" sz="1600" dirty="0">
                <a:solidFill>
                  <a:schemeClr val="bg1"/>
                </a:solidFill>
                <a:latin typeface="Times New Roman" pitchFamily="18" charset="0"/>
                <a:cs typeface="Times New Roman" pitchFamily="18" charset="0"/>
              </a:rPr>
              <a:t>	</a:t>
            </a:r>
          </a:p>
        </p:txBody>
      </p:sp>
      <p:sp>
        <p:nvSpPr>
          <p:cNvPr id="13318" name="TextBox 5"/>
          <p:cNvSpPr txBox="1">
            <a:spLocks noChangeArrowheads="1"/>
          </p:cNvSpPr>
          <p:nvPr/>
        </p:nvSpPr>
        <p:spPr bwMode="auto">
          <a:xfrm>
            <a:off x="0" y="1387475"/>
            <a:ext cx="9059863" cy="461963"/>
          </a:xfrm>
          <a:prstGeom prst="rect">
            <a:avLst/>
          </a:prstGeom>
          <a:noFill/>
          <a:ln w="9525">
            <a:noFill/>
            <a:miter lim="800000"/>
            <a:headEnd/>
            <a:tailEnd/>
          </a:ln>
        </p:spPr>
        <p:txBody>
          <a:bodyPr>
            <a:spAutoFit/>
          </a:bodyPr>
          <a:lstStyle/>
          <a:p>
            <a:pPr algn="ctr" eaLnBrk="1" hangingPunct="1"/>
            <a:r>
              <a:rPr lang="en-IN" sz="2400" b="1" dirty="0" smtClean="0">
                <a:solidFill>
                  <a:schemeClr val="bg1"/>
                </a:solidFill>
                <a:latin typeface="Times New Roman" pitchFamily="18" charset="0"/>
                <a:cs typeface="Times New Roman" pitchFamily="18" charset="0"/>
              </a:rPr>
              <a:t>REVIEW-1</a:t>
            </a:r>
            <a:endParaRPr lang="en-IN" sz="2400" b="1" dirty="0">
              <a:solidFill>
                <a:schemeClr val="bg1"/>
              </a:solidFill>
              <a:latin typeface="Times New Roman" pitchFamily="18" charset="0"/>
              <a:cs typeface="Times New Roman" pitchFamily="18" charset="0"/>
            </a:endParaRPr>
          </a:p>
        </p:txBody>
      </p:sp>
      <p:sp>
        <p:nvSpPr>
          <p:cNvPr id="13319" name="TextBox 6"/>
          <p:cNvSpPr txBox="1">
            <a:spLocks noChangeArrowheads="1"/>
          </p:cNvSpPr>
          <p:nvPr/>
        </p:nvSpPr>
        <p:spPr bwMode="auto">
          <a:xfrm>
            <a:off x="760414" y="2041525"/>
            <a:ext cx="7538856" cy="2031325"/>
          </a:xfrm>
          <a:prstGeom prst="rect">
            <a:avLst/>
          </a:prstGeom>
          <a:noFill/>
          <a:ln w="9525">
            <a:noFill/>
            <a:miter lim="800000"/>
            <a:headEnd/>
            <a:tailEnd/>
          </a:ln>
        </p:spPr>
        <p:txBody>
          <a:bodyPr wrap="square">
            <a:spAutoFit/>
          </a:bodyPr>
          <a:lstStyle/>
          <a:p>
            <a:pPr eaLnBrk="1" hangingPunct="1">
              <a:lnSpc>
                <a:spcPct val="150000"/>
              </a:lnSpc>
            </a:pPr>
            <a:r>
              <a:rPr lang="en-US" sz="2400" b="1" dirty="0">
                <a:solidFill>
                  <a:schemeClr val="bg1"/>
                </a:solidFill>
                <a:latin typeface="Times New Roman" pitchFamily="18" charset="0"/>
                <a:cs typeface="Times New Roman" pitchFamily="18" charset="0"/>
              </a:rPr>
              <a:t> </a:t>
            </a:r>
            <a:r>
              <a:rPr lang="en-IN" sz="2400" b="1" dirty="0">
                <a:solidFill>
                  <a:srgbClr val="C00000"/>
                </a:solidFill>
                <a:latin typeface="Times New Roman" pitchFamily="18" charset="0"/>
                <a:cs typeface="Times New Roman" pitchFamily="18" charset="0"/>
              </a:rPr>
              <a:t>Department</a:t>
            </a:r>
            <a:r>
              <a:rPr lang="en-IN" sz="2400" dirty="0">
                <a:solidFill>
                  <a:srgbClr val="C00000"/>
                </a:solidFill>
                <a:latin typeface="Times New Roman" pitchFamily="18" charset="0"/>
                <a:cs typeface="Times New Roman" pitchFamily="18" charset="0"/>
              </a:rPr>
              <a:t>:</a:t>
            </a:r>
            <a:r>
              <a:rPr lang="en-US" sz="2400" dirty="0">
                <a:solidFill>
                  <a:srgbClr val="C00000"/>
                </a:solidFill>
                <a:latin typeface="Times New Roman" pitchFamily="18" charset="0"/>
                <a:cs typeface="Times New Roman" pitchFamily="18" charset="0"/>
              </a:rPr>
              <a:t> </a:t>
            </a:r>
            <a:r>
              <a:rPr lang="en-US" sz="2400" dirty="0" smtClean="0">
                <a:solidFill>
                  <a:schemeClr val="bg1"/>
                </a:solidFill>
                <a:latin typeface="Times New Roman" pitchFamily="18" charset="0"/>
                <a:cs typeface="Times New Roman" pitchFamily="18" charset="0"/>
              </a:rPr>
              <a:t>Computer Science and Engineering  </a:t>
            </a:r>
            <a:endParaRPr lang="en-US" sz="2400" dirty="0">
              <a:solidFill>
                <a:schemeClr val="bg1"/>
              </a:solidFill>
              <a:latin typeface="Times New Roman" pitchFamily="18" charset="0"/>
              <a:cs typeface="Times New Roman" pitchFamily="18" charset="0"/>
            </a:endParaRPr>
          </a:p>
          <a:p>
            <a:pPr eaLnBrk="1" hangingPunct="1">
              <a:lnSpc>
                <a:spcPct val="150000"/>
              </a:lnSpc>
            </a:pPr>
            <a:r>
              <a:rPr lang="en-IN" sz="3000" b="1" dirty="0">
                <a:solidFill>
                  <a:schemeClr val="bg1"/>
                </a:solidFill>
                <a:latin typeface="Times New Roman" pitchFamily="18" charset="0"/>
                <a:cs typeface="Times New Roman" pitchFamily="18" charset="0"/>
              </a:rPr>
              <a:t> </a:t>
            </a:r>
            <a:r>
              <a:rPr lang="en-IN" sz="2400" b="1" dirty="0">
                <a:solidFill>
                  <a:srgbClr val="C00000"/>
                </a:solidFill>
                <a:latin typeface="Times New Roman" pitchFamily="18" charset="0"/>
                <a:cs typeface="Times New Roman" pitchFamily="18" charset="0"/>
              </a:rPr>
              <a:t>Project title:</a:t>
            </a:r>
            <a:r>
              <a:rPr lang="en-IN" sz="3000" dirty="0">
                <a:solidFill>
                  <a:srgbClr val="C00000"/>
                </a:solidFill>
                <a:latin typeface="Times New Roman" pitchFamily="18" charset="0"/>
                <a:cs typeface="Times New Roman" pitchFamily="18" charset="0"/>
              </a:rPr>
              <a:t> </a:t>
            </a:r>
            <a:r>
              <a:rPr lang="en-US" sz="2400" dirty="0" smtClean="0">
                <a:solidFill>
                  <a:schemeClr val="bg1"/>
                </a:solidFill>
                <a:latin typeface="Times New Roman" pitchFamily="18" charset="0"/>
                <a:cs typeface="Times New Roman" pitchFamily="18" charset="0"/>
              </a:rPr>
              <a:t>Symptoms Based Disease Prediction Using Machine Learning</a:t>
            </a:r>
            <a:r>
              <a:rPr lang="en-IN" sz="2400" dirty="0" smtClean="0">
                <a:solidFill>
                  <a:schemeClr val="bg1"/>
                </a:solidFill>
                <a:latin typeface="Times New Roman" pitchFamily="18" charset="0"/>
                <a:cs typeface="Times New Roman" pitchFamily="18" charset="0"/>
              </a:rPr>
              <a:t>.    </a:t>
            </a:r>
            <a:r>
              <a:rPr lang="en-IN" sz="3000" dirty="0">
                <a:solidFill>
                  <a:schemeClr val="bg1"/>
                </a:solidFill>
                <a:latin typeface="Times New Roman" pitchFamily="18" charset="0"/>
                <a:cs typeface="Times New Roman" pitchFamily="18" charset="0"/>
              </a:rPr>
              <a:t>	</a:t>
            </a:r>
          </a:p>
        </p:txBody>
      </p:sp>
      <p:sp>
        <p:nvSpPr>
          <p:cNvPr id="13320" name="TextBox 7"/>
          <p:cNvSpPr txBox="1">
            <a:spLocks noChangeArrowheads="1"/>
          </p:cNvSpPr>
          <p:nvPr/>
        </p:nvSpPr>
        <p:spPr bwMode="auto">
          <a:xfrm>
            <a:off x="225425" y="3997234"/>
            <a:ext cx="8693150" cy="577081"/>
          </a:xfrm>
          <a:prstGeom prst="rect">
            <a:avLst/>
          </a:prstGeom>
          <a:noFill/>
          <a:ln w="9525">
            <a:noFill/>
            <a:miter lim="800000"/>
            <a:headEnd/>
            <a:tailEnd/>
          </a:ln>
        </p:spPr>
        <p:txBody>
          <a:bodyPr wrap="square">
            <a:spAutoFit/>
          </a:bodyPr>
          <a:lstStyle/>
          <a:p>
            <a:pPr algn="ctr" eaLnBrk="1" hangingPunct="1">
              <a:lnSpc>
                <a:spcPct val="150000"/>
              </a:lnSpc>
            </a:pPr>
            <a:r>
              <a:rPr lang="en-IN" b="1" dirty="0">
                <a:solidFill>
                  <a:srgbClr val="C00000"/>
                </a:solidFill>
                <a:latin typeface="Times New Roman" pitchFamily="18" charset="0"/>
                <a:cs typeface="Times New Roman" pitchFamily="18" charset="0"/>
              </a:rPr>
              <a:t>Mentor</a:t>
            </a:r>
            <a:r>
              <a:rPr lang="en-IN" dirty="0">
                <a:solidFill>
                  <a:srgbClr val="C00000"/>
                </a:solidFill>
                <a:latin typeface="Times New Roman" pitchFamily="18" charset="0"/>
                <a:cs typeface="Times New Roman" pitchFamily="18" charset="0"/>
              </a:rPr>
              <a:t>: </a:t>
            </a:r>
            <a:r>
              <a:rPr lang="en-IN" dirty="0">
                <a:solidFill>
                  <a:schemeClr val="bg1"/>
                </a:solidFill>
                <a:latin typeface="Times New Roman" pitchFamily="18" charset="0"/>
                <a:cs typeface="Times New Roman" pitchFamily="18" charset="0"/>
              </a:rPr>
              <a:t>Ms. </a:t>
            </a:r>
            <a:r>
              <a:rPr lang="en-IN" dirty="0" err="1" smtClean="0">
                <a:solidFill>
                  <a:schemeClr val="bg1"/>
                </a:solidFill>
                <a:latin typeface="Times New Roman" pitchFamily="18" charset="0"/>
                <a:cs typeface="Times New Roman" pitchFamily="18" charset="0"/>
              </a:rPr>
              <a:t>K.Sangeeta</a:t>
            </a:r>
            <a:r>
              <a:rPr lang="en-IN" dirty="0" smtClean="0">
                <a:solidFill>
                  <a:schemeClr val="bg1"/>
                </a:solidFill>
                <a:latin typeface="Times New Roman" pitchFamily="18" charset="0"/>
                <a:cs typeface="Times New Roman" pitchFamily="18" charset="0"/>
              </a:rPr>
              <a:t> , </a:t>
            </a:r>
            <a:r>
              <a:rPr lang="en-IN" dirty="0">
                <a:solidFill>
                  <a:schemeClr val="bg1"/>
                </a:solidFill>
                <a:latin typeface="Times New Roman" pitchFamily="18" charset="0"/>
                <a:cs typeface="Times New Roman" pitchFamily="18" charset="0"/>
              </a:rPr>
              <a:t>Assistant Professor, </a:t>
            </a:r>
            <a:r>
              <a:rPr lang="en-IN" dirty="0" smtClean="0">
                <a:solidFill>
                  <a:schemeClr val="bg1"/>
                </a:solidFill>
                <a:latin typeface="Times New Roman" pitchFamily="18" charset="0"/>
                <a:cs typeface="Times New Roman" pitchFamily="18" charset="0"/>
              </a:rPr>
              <a:t>CSE </a:t>
            </a:r>
            <a:r>
              <a:rPr lang="en-IN" dirty="0">
                <a:solidFill>
                  <a:schemeClr val="bg1"/>
                </a:solidFill>
                <a:latin typeface="Times New Roman" pitchFamily="18" charset="0"/>
                <a:cs typeface="Times New Roman" pitchFamily="18" charset="0"/>
              </a:rPr>
              <a:t>Departmen</a:t>
            </a:r>
            <a:r>
              <a:rPr lang="en-IN" sz="2100" dirty="0">
                <a:solidFill>
                  <a:schemeClr val="bg1"/>
                </a:solidFill>
                <a:latin typeface="Times New Roman" pitchFamily="18" charset="0"/>
                <a:cs typeface="Times New Roman" pitchFamily="18" charset="0"/>
              </a:rPr>
              <a:t>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dirty="0">
                <a:solidFill>
                  <a:schemeClr val="tx1"/>
                </a:solidFill>
              </a:rPr>
              <a:t>ABSTRACT</a:t>
            </a:r>
            <a:endParaRPr lang="en-IN" dirty="0" smtClean="0">
              <a:solidFill>
                <a:schemeClr val="tx1"/>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143000"/>
            <a:ext cx="8534400" cy="5410200"/>
          </a:xfrm>
        </p:spPr>
        <p:txBody>
          <a:bodyPr/>
          <a:lstStyle/>
          <a:p>
            <a:pPr algn="just">
              <a:lnSpc>
                <a:spcPct val="150000"/>
              </a:lnSpc>
              <a:defRPr/>
            </a:pPr>
            <a:r>
              <a:rPr lang="en-US" sz="1800" b="0" dirty="0" smtClean="0">
                <a:solidFill>
                  <a:schemeClr val="bg1"/>
                </a:solidFill>
              </a:rPr>
              <a:t>Health </a:t>
            </a:r>
            <a:r>
              <a:rPr lang="en-US" sz="1800" b="0" dirty="0">
                <a:solidFill>
                  <a:schemeClr val="bg1"/>
                </a:solidFill>
              </a:rPr>
              <a:t>information needs are also changing the knowledge-seeking behavior and should be observed around the globe. Challenges faced by many of us are looking online for health information regarding diseases, diagnoses, and different treatments. </a:t>
            </a:r>
            <a:r>
              <a:rPr lang="en-US" sz="1800" b="0" dirty="0" smtClean="0">
                <a:solidFill>
                  <a:schemeClr val="bg1"/>
                </a:solidFill>
              </a:rPr>
              <a:t>If </a:t>
            </a:r>
            <a:r>
              <a:rPr lang="en-US" sz="1800" b="0" dirty="0">
                <a:solidFill>
                  <a:schemeClr val="bg1"/>
                </a:solidFill>
              </a:rPr>
              <a:t>a recommendation system are often made for doctors and medicine while using review mining will save plenty of time. In a system like this, the user faces many problems in understanding the core medical vocabulary because the users are laymen. The user is confused because an outsized amount of medical information on different </a:t>
            </a:r>
            <a:r>
              <a:rPr lang="en-IN" sz="1800" b="0" dirty="0">
                <a:solidFill>
                  <a:schemeClr val="bg1"/>
                </a:solidFill>
              </a:rPr>
              <a:t>mediums is out there.</a:t>
            </a:r>
            <a:r>
              <a:rPr lang="en-US" sz="1800" b="0" dirty="0">
                <a:solidFill>
                  <a:schemeClr val="bg1"/>
                </a:solidFill>
              </a:rPr>
              <a:t> Nowadays, humans face various diseases due to the current environmental condition and their living habits. The identification and prediction of such diseases at their earlier stages are much important, to prevent the extremity of it. It is difficult for doctors to manually identify the diseases accurately most of the time</a:t>
            </a:r>
            <a:endParaRPr lang="en-US" sz="1800" b="0" dirty="0" smtClean="0">
              <a:solidFill>
                <a:schemeClr val="bg1"/>
              </a:solidFill>
            </a:endParaRPr>
          </a:p>
          <a:p>
            <a:pPr marL="285750" indent="-285750" algn="just">
              <a:lnSpc>
                <a:spcPct val="150000"/>
              </a:lnSpc>
              <a:buFont typeface="Wingdings" panose="05000000000000000000" pitchFamily="2" charset="2"/>
              <a:buChar char="§"/>
              <a:defRPr/>
            </a:pPr>
            <a:endParaRPr lang="en-US" sz="1800" b="0" dirty="0">
              <a:solidFill>
                <a:schemeClr val="bg1"/>
              </a:solidFill>
            </a:endParaRPr>
          </a:p>
          <a:p>
            <a:pPr marL="457200" indent="-457200" algn="just">
              <a:lnSpc>
                <a:spcPct val="150000"/>
              </a:lnSpc>
              <a:buFont typeface="Arial" panose="020B0604020202020204" pitchFamily="34" charset="0"/>
              <a:buChar char="•"/>
              <a:defRPr/>
            </a:pPr>
            <a:endParaRPr lang="en-US" sz="1800" b="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2</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27740625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dirty="0">
                <a:solidFill>
                  <a:schemeClr val="tx1"/>
                </a:solidFill>
              </a:rPr>
              <a:t>INTRODUCTION</a:t>
            </a:r>
            <a:endParaRPr lang="en-IN" dirty="0" smtClean="0">
              <a:solidFill>
                <a:schemeClr val="tx1"/>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97536" y="987552"/>
            <a:ext cx="8665464" cy="5565648"/>
          </a:xfrm>
        </p:spPr>
        <p:txBody>
          <a:bodyPr/>
          <a:lstStyle/>
          <a:p>
            <a:pPr marL="285750" indent="-285750" algn="just">
              <a:lnSpc>
                <a:spcPct val="150000"/>
              </a:lnSpc>
              <a:buFont typeface="Wingdings" panose="05000000000000000000" pitchFamily="2" charset="2"/>
              <a:buChar char="§"/>
              <a:defRPr/>
            </a:pPr>
            <a:r>
              <a:rPr lang="en-US" sz="1800" b="0" dirty="0" smtClean="0">
                <a:solidFill>
                  <a:schemeClr val="bg1"/>
                </a:solidFill>
              </a:rPr>
              <a:t>Disease </a:t>
            </a:r>
            <a:r>
              <a:rPr lang="en-US" sz="1800" b="0" dirty="0">
                <a:solidFill>
                  <a:schemeClr val="bg1"/>
                </a:solidFill>
              </a:rPr>
              <a:t>Prediction using Machine Learning is a system that predicts the disease based on the information provided by the user. It also predicts the disease of the patient or the user based on the information or the symptoms he/she enters into the system and provides accurate results based on that information.  </a:t>
            </a:r>
            <a:endParaRPr lang="en-US" sz="1800" b="0" dirty="0" smtClean="0">
              <a:solidFill>
                <a:schemeClr val="bg1"/>
              </a:solidFill>
            </a:endParaRPr>
          </a:p>
          <a:p>
            <a:pPr marL="285750" indent="-285750" algn="just">
              <a:lnSpc>
                <a:spcPct val="150000"/>
              </a:lnSpc>
              <a:buFont typeface="Wingdings" panose="05000000000000000000" pitchFamily="2" charset="2"/>
              <a:buChar char="§"/>
              <a:defRPr/>
            </a:pPr>
            <a:r>
              <a:rPr lang="en-US" sz="1800" b="0" dirty="0">
                <a:solidFill>
                  <a:schemeClr val="bg1"/>
                </a:solidFill>
              </a:rPr>
              <a:t>Now a day’s health industry plays a serious role in curing the diseases of the patients so this is often also some quite help for the health industry to tell the user and also it's useful for the user just in case he/she doesn’t want to travel to the hospital or the other clinics, so just by entering the symptoms and every one other useful information the user can get to understand the disease he/she is affected by and therefore the health industry also can get enjoy this technique by just asking the symptoms from the user and entering in the system and in just a few seconds they can tell the exact and up to some extent the accurate diseases. </a:t>
            </a:r>
            <a:endParaRPr lang="en-US" sz="1800" b="0" dirty="0">
              <a:solidFill>
                <a:schemeClr val="bg1"/>
              </a:solidFill>
              <a:latin typeface="Times New Roman" pitchFamily="18" charset="0"/>
              <a:cs typeface="Times New Roman" pitchFamily="18" charset="0"/>
            </a:endParaRPr>
          </a:p>
          <a:p>
            <a:pPr marL="285750" indent="-285750" algn="just">
              <a:lnSpc>
                <a:spcPct val="150000"/>
              </a:lnSpc>
              <a:buFont typeface="Wingdings" panose="05000000000000000000" pitchFamily="2" charset="2"/>
              <a:buChar char="§"/>
              <a:defRPr/>
            </a:pPr>
            <a:endParaRPr lang="en-US" sz="1800" b="0" dirty="0">
              <a:solidFill>
                <a:schemeClr val="bg1"/>
              </a:solidFill>
            </a:endParaRPr>
          </a:p>
          <a:p>
            <a:pPr marL="285750" indent="-285750" algn="just">
              <a:lnSpc>
                <a:spcPct val="150000"/>
              </a:lnSpc>
              <a:buFont typeface="Wingdings" panose="05000000000000000000" pitchFamily="2" charset="2"/>
              <a:buChar char="§"/>
              <a:defRPr/>
            </a:pPr>
            <a:endParaRPr lang="en-US" sz="1800" b="0" dirty="0" smtClean="0">
              <a:solidFill>
                <a:schemeClr val="bg1"/>
              </a:solidFill>
            </a:endParaRPr>
          </a:p>
          <a:p>
            <a:pPr marL="285750" indent="-285750" algn="just">
              <a:lnSpc>
                <a:spcPct val="150000"/>
              </a:lnSpc>
              <a:buFont typeface="Wingdings" panose="05000000000000000000" pitchFamily="2" charset="2"/>
              <a:buChar char="§"/>
              <a:defRPr/>
            </a:pPr>
            <a:endParaRPr lang="en-US" sz="1800" b="0" dirty="0" smtClean="0">
              <a:solidFill>
                <a:schemeClr val="bg1"/>
              </a:solidFill>
            </a:endParaRPr>
          </a:p>
          <a:p>
            <a:pPr marL="285750" indent="-285750" algn="just">
              <a:lnSpc>
                <a:spcPct val="150000"/>
              </a:lnSpc>
              <a:buFont typeface="Wingdings" panose="05000000000000000000" pitchFamily="2" charset="2"/>
              <a:buChar char="§"/>
              <a:defRPr/>
            </a:pPr>
            <a:endParaRPr lang="en-US" sz="1800" b="0" dirty="0">
              <a:solidFill>
                <a:schemeClr val="bg1"/>
              </a:solidFill>
            </a:endParaRPr>
          </a:p>
          <a:p>
            <a:pPr marL="285750" indent="-285750" algn="just">
              <a:lnSpc>
                <a:spcPct val="150000"/>
              </a:lnSpc>
              <a:buFont typeface="Wingdings" panose="05000000000000000000" pitchFamily="2" charset="2"/>
              <a:buChar char="§"/>
              <a:defRPr/>
            </a:pPr>
            <a:endParaRPr lang="en-US" sz="1800" b="0" dirty="0" smtClean="0">
              <a:solidFill>
                <a:schemeClr val="bg1"/>
              </a:solidFill>
            </a:endParaRPr>
          </a:p>
          <a:p>
            <a:pPr marL="285750" indent="-285750" algn="just">
              <a:lnSpc>
                <a:spcPct val="150000"/>
              </a:lnSpc>
              <a:buFont typeface="Wingdings" panose="05000000000000000000" pitchFamily="2" charset="2"/>
              <a:buChar char="§"/>
              <a:defRPr/>
            </a:pPr>
            <a:endParaRPr lang="en-US" sz="1800" b="0" dirty="0" smtClean="0">
              <a:solidFill>
                <a:schemeClr val="bg1"/>
              </a:solidFill>
            </a:endParaRPr>
          </a:p>
          <a:p>
            <a:pPr marL="285750" indent="-285750" algn="just">
              <a:lnSpc>
                <a:spcPct val="150000"/>
              </a:lnSpc>
              <a:buFont typeface="Wingdings" panose="05000000000000000000" pitchFamily="2" charset="2"/>
              <a:buChar char="§"/>
              <a:defRPr/>
            </a:pPr>
            <a:endParaRPr lang="en-US" sz="1800" b="0" dirty="0">
              <a:solidFill>
                <a:schemeClr val="bg1"/>
              </a:solidFill>
            </a:endParaRPr>
          </a:p>
          <a:p>
            <a:pPr marL="285750" indent="-285750" algn="just">
              <a:lnSpc>
                <a:spcPct val="150000"/>
              </a:lnSpc>
              <a:buFont typeface="Wingdings" panose="05000000000000000000" pitchFamily="2" charset="2"/>
              <a:buChar char="§"/>
              <a:defRPr/>
            </a:pPr>
            <a:endParaRPr lang="en-US" sz="1800" b="0" dirty="0" smtClean="0">
              <a:solidFill>
                <a:schemeClr val="bg1"/>
              </a:solidFill>
            </a:endParaRPr>
          </a:p>
          <a:p>
            <a:pPr marL="457200" indent="-457200" algn="just">
              <a:lnSpc>
                <a:spcPct val="150000"/>
              </a:lnSpc>
              <a:buFont typeface="Arial" panose="020B0604020202020204" pitchFamily="34" charset="0"/>
              <a:buChar char="•"/>
              <a:defRPr/>
            </a:pPr>
            <a:endParaRPr lang="en-US" sz="1800" b="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3</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24142316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IN" smtClean="0">
                <a:solidFill>
                  <a:schemeClr val="tx1"/>
                </a:solidFill>
              </a:rPr>
              <a:t>Existing Method</a:t>
            </a: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143000"/>
            <a:ext cx="8534400" cy="5410200"/>
          </a:xfrm>
        </p:spPr>
        <p:txBody>
          <a:bodyPr/>
          <a:lstStyle/>
          <a:p>
            <a:pPr marL="285750" indent="-285750" algn="just">
              <a:lnSpc>
                <a:spcPct val="150000"/>
              </a:lnSpc>
              <a:buFont typeface="Wingdings" panose="05000000000000000000" pitchFamily="2" charset="2"/>
              <a:buChar char="§"/>
              <a:defRPr/>
            </a:pPr>
            <a:r>
              <a:rPr lang="en-US" sz="1800" b="0" dirty="0">
                <a:solidFill>
                  <a:schemeClr val="bg1"/>
                </a:solidFill>
              </a:rPr>
              <a:t>A system that can predict multiple diseases with the help of various machine learning algorithms such as Naïve Bayes, KNN, DT, random forest, and SVM algorithms has been described in to bridge the gap among the patients and the doctors to achieve their own goals. </a:t>
            </a:r>
            <a:endParaRPr lang="en-US" sz="1800" b="0" dirty="0" smtClean="0">
              <a:solidFill>
                <a:schemeClr val="bg1"/>
              </a:solidFill>
            </a:endParaRPr>
          </a:p>
          <a:p>
            <a:pPr marL="285750" indent="-285750" algn="just">
              <a:lnSpc>
                <a:spcPct val="150000"/>
              </a:lnSpc>
              <a:buFont typeface="Wingdings" panose="05000000000000000000" pitchFamily="2" charset="2"/>
              <a:buChar char="§"/>
              <a:defRPr/>
            </a:pPr>
            <a:r>
              <a:rPr lang="en-US" sz="1800" b="0" dirty="0">
                <a:solidFill>
                  <a:schemeClr val="bg1"/>
                </a:solidFill>
              </a:rPr>
              <a:t>The existing approaches in the field of automatic disease prediction lack the patient's trust in the model's prediction and also reduce the need for doctors, which makes the doctors get panic about their livelihood</a:t>
            </a:r>
            <a:r>
              <a:rPr lang="en-US" sz="1800" b="0" dirty="0" smtClean="0">
                <a:solidFill>
                  <a:schemeClr val="bg1"/>
                </a:solidFill>
              </a:rPr>
              <a:t>.</a:t>
            </a:r>
          </a:p>
          <a:p>
            <a:pPr marL="285750" indent="-285750" algn="just">
              <a:lnSpc>
                <a:spcPct val="150000"/>
              </a:lnSpc>
              <a:buFont typeface="Wingdings" panose="05000000000000000000" pitchFamily="2" charset="2"/>
              <a:buChar char="§"/>
              <a:defRPr/>
            </a:pPr>
            <a:endParaRPr lang="en-US" sz="1800" b="0" dirty="0">
              <a:solidFill>
                <a:schemeClr val="bg1"/>
              </a:solidFill>
            </a:endParaRPr>
          </a:p>
          <a:p>
            <a:pPr marL="457200" indent="-457200" algn="just">
              <a:lnSpc>
                <a:spcPct val="150000"/>
              </a:lnSpc>
              <a:buFont typeface="Arial" panose="020B0604020202020204" pitchFamily="34" charset="0"/>
              <a:buChar char="•"/>
              <a:defRPr/>
            </a:pPr>
            <a:endParaRPr lang="en-US" sz="1800" b="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4</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20595732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IN" smtClean="0">
                <a:solidFill>
                  <a:schemeClr val="tx1"/>
                </a:solidFill>
              </a:rPr>
              <a:t>Existing Method</a:t>
            </a: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143000"/>
            <a:ext cx="8534400" cy="5410200"/>
          </a:xfrm>
        </p:spPr>
        <p:txBody>
          <a:bodyPr/>
          <a:lstStyle/>
          <a:p>
            <a:pPr marL="285750" indent="-285750" algn="just">
              <a:lnSpc>
                <a:spcPct val="150000"/>
              </a:lnSpc>
              <a:buFont typeface="Wingdings" panose="05000000000000000000" pitchFamily="2" charset="2"/>
              <a:buChar char="§"/>
              <a:defRPr/>
            </a:pPr>
            <a:r>
              <a:rPr lang="en-US" sz="1800" b="0" dirty="0" smtClean="0">
                <a:solidFill>
                  <a:schemeClr val="bg1"/>
                </a:solidFill>
              </a:rPr>
              <a:t>Our </a:t>
            </a:r>
            <a:r>
              <a:rPr lang="en-US" sz="1800" b="0" dirty="0">
                <a:solidFill>
                  <a:schemeClr val="bg1"/>
                </a:solidFill>
              </a:rPr>
              <a:t>proposed system collects structured and unstructured data obtained from various sources. After data collection, they are subjected to preprocessing and are split into cleaning and test data sets. </a:t>
            </a:r>
            <a:endParaRPr lang="en-US" sz="1800" b="0" dirty="0" smtClean="0">
              <a:solidFill>
                <a:schemeClr val="bg1"/>
              </a:solidFill>
            </a:endParaRPr>
          </a:p>
          <a:p>
            <a:pPr marL="285750" indent="-285750" algn="just">
              <a:lnSpc>
                <a:spcPct val="150000"/>
              </a:lnSpc>
              <a:buFont typeface="Wingdings" panose="05000000000000000000" pitchFamily="2" charset="2"/>
              <a:buChar char="§"/>
              <a:defRPr/>
            </a:pPr>
            <a:r>
              <a:rPr lang="en-US" sz="1800" b="0" dirty="0" smtClean="0">
                <a:solidFill>
                  <a:schemeClr val="bg1"/>
                </a:solidFill>
              </a:rPr>
              <a:t>Then the training data set is trained with the machine learning algorithms such as CNN and KNN to a number of epochs for improving the accuracy of the prediction results. After multiple epochs, once the desired target is achieved, the developed model is ready for testing. </a:t>
            </a:r>
          </a:p>
          <a:p>
            <a:pPr marL="285750" indent="-285750" algn="just">
              <a:lnSpc>
                <a:spcPct val="150000"/>
              </a:lnSpc>
              <a:buFont typeface="Wingdings" panose="05000000000000000000" pitchFamily="2" charset="2"/>
              <a:buChar char="§"/>
              <a:defRPr/>
            </a:pPr>
            <a:r>
              <a:rPr lang="en-US" sz="1800" b="0" dirty="0">
                <a:solidFill>
                  <a:schemeClr val="bg1"/>
                </a:solidFill>
              </a:rPr>
              <a:t>But this method integrates a module for doctor recommendation that solves both the issues by making sure the patient to trust due to the intervention of doctors and also improves the business of doctors.</a:t>
            </a:r>
            <a:endParaRPr lang="en-IN" sz="1800" b="0" dirty="0">
              <a:solidFill>
                <a:schemeClr val="bg1"/>
              </a:solidFill>
            </a:endParaRPr>
          </a:p>
          <a:p>
            <a:pPr marL="285750" indent="-285750" algn="just">
              <a:lnSpc>
                <a:spcPct val="150000"/>
              </a:lnSpc>
              <a:buFont typeface="Wingdings" panose="05000000000000000000" pitchFamily="2" charset="2"/>
              <a:buChar char="§"/>
              <a:defRPr/>
            </a:pPr>
            <a:endParaRPr lang="en-US" sz="1800" b="0" dirty="0">
              <a:solidFill>
                <a:schemeClr val="bg1"/>
              </a:solidFill>
            </a:endParaRPr>
          </a:p>
          <a:p>
            <a:pPr marL="285750" indent="-285750" algn="just">
              <a:lnSpc>
                <a:spcPct val="150000"/>
              </a:lnSpc>
              <a:buFont typeface="Wingdings" panose="05000000000000000000" pitchFamily="2" charset="2"/>
              <a:buChar char="§"/>
              <a:defRPr/>
            </a:pPr>
            <a:endParaRPr lang="en-US" sz="1800" b="0" dirty="0" smtClean="0">
              <a:solidFill>
                <a:schemeClr val="bg1"/>
              </a:solidFill>
            </a:endParaRPr>
          </a:p>
          <a:p>
            <a:pPr marL="457200" indent="-457200" algn="just">
              <a:lnSpc>
                <a:spcPct val="150000"/>
              </a:lnSpc>
              <a:buFont typeface="Arial" panose="020B0604020202020204" pitchFamily="34" charset="0"/>
              <a:buChar char="•"/>
              <a:defRPr/>
            </a:pPr>
            <a:endParaRPr lang="en-US" sz="1800" b="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5</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dirty="0">
                <a:solidFill>
                  <a:schemeClr val="tx1"/>
                </a:solidFill>
              </a:rPr>
              <a:t>PROBLEM STATEMENT</a:t>
            </a:r>
            <a:endParaRPr lang="en-IN" dirty="0" smtClean="0">
              <a:solidFill>
                <a:schemeClr val="tx1"/>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143000"/>
            <a:ext cx="8534400" cy="5410200"/>
          </a:xfrm>
        </p:spPr>
        <p:txBody>
          <a:bodyPr/>
          <a:lstStyle/>
          <a:p>
            <a:pPr marL="285750" indent="-285750" algn="just">
              <a:lnSpc>
                <a:spcPct val="150000"/>
              </a:lnSpc>
              <a:buFont typeface="Wingdings" panose="05000000000000000000" pitchFamily="2" charset="2"/>
              <a:buChar char="§"/>
              <a:defRPr/>
            </a:pPr>
            <a:r>
              <a:rPr lang="en-US" sz="1800" b="0" dirty="0" smtClean="0">
                <a:solidFill>
                  <a:schemeClr val="bg1"/>
                </a:solidFill>
              </a:rPr>
              <a:t>A </a:t>
            </a:r>
            <a:r>
              <a:rPr lang="en-US" sz="1800" b="0" dirty="0">
                <a:solidFill>
                  <a:schemeClr val="bg1"/>
                </a:solidFill>
              </a:rPr>
              <a:t>Symptom-Based Disease Prediction Model Using Machine Learning Approach” does not focus on the prediction of a specific disease; instead, it predicts disease based on the symptoms given by the user. As a result, the user does not need to traverse many models to predict the disease. There is a probability of lowering the death rate due to the prediction of disease at an early stage. Utilizing machine learning methods, our goal is to create a symptom-based disease prediction model. </a:t>
            </a:r>
            <a:endParaRPr lang="en-IN" sz="1800" b="0" dirty="0">
              <a:solidFill>
                <a:schemeClr val="bg1"/>
              </a:solidFill>
            </a:endParaRPr>
          </a:p>
          <a:p>
            <a:pPr marL="285750" indent="-285750" algn="just">
              <a:lnSpc>
                <a:spcPct val="150000"/>
              </a:lnSpc>
              <a:buFont typeface="Wingdings" panose="05000000000000000000" pitchFamily="2" charset="2"/>
              <a:buChar char="§"/>
              <a:defRPr/>
            </a:pPr>
            <a:endParaRPr lang="en-US" sz="1800" b="0" dirty="0" smtClean="0">
              <a:solidFill>
                <a:schemeClr val="bg1"/>
              </a:solidFill>
            </a:endParaRPr>
          </a:p>
          <a:p>
            <a:pPr marL="285750" indent="-285750" algn="just">
              <a:lnSpc>
                <a:spcPct val="150000"/>
              </a:lnSpc>
              <a:buFont typeface="Wingdings" panose="05000000000000000000" pitchFamily="2" charset="2"/>
              <a:buChar char="§"/>
              <a:defRPr/>
            </a:pPr>
            <a:endParaRPr lang="en-US" sz="1800" b="0" dirty="0">
              <a:solidFill>
                <a:schemeClr val="bg1"/>
              </a:solidFill>
            </a:endParaRPr>
          </a:p>
          <a:p>
            <a:pPr marL="457200" indent="-457200" algn="just">
              <a:lnSpc>
                <a:spcPct val="150000"/>
              </a:lnSpc>
              <a:buFont typeface="Arial" panose="020B0604020202020204" pitchFamily="34" charset="0"/>
              <a:buChar char="•"/>
              <a:defRPr/>
            </a:pPr>
            <a:endParaRPr lang="en-US" sz="1800" b="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6</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10818651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a:xfrm>
            <a:off x="152400" y="152400"/>
            <a:ext cx="7696200" cy="609600"/>
          </a:xfrm>
        </p:spPr>
        <p:txBody>
          <a:bodyPr/>
          <a:lstStyle/>
          <a:p>
            <a:r>
              <a:rPr lang="en-US" dirty="0" smtClean="0">
                <a:solidFill>
                  <a:schemeClr val="tx1"/>
                </a:solidFill>
              </a:rPr>
              <a:t> OBJECTIVE</a:t>
            </a:r>
            <a:endParaRPr lang="en-IN" dirty="0" smtClean="0">
              <a:solidFill>
                <a:schemeClr val="tx1"/>
              </a:solidFill>
            </a:endParaRPr>
          </a:p>
        </p:txBody>
      </p:sp>
      <p:sp>
        <p:nvSpPr>
          <p:cNvPr id="3" name="Subtitle 2">
            <a:extLst>
              <a:ext uri="{FF2B5EF4-FFF2-40B4-BE49-F238E27FC236}">
                <a16:creationId xmlns:a16="http://schemas.microsoft.com/office/drawing/2014/main" id="{38F83DA7-CCC7-79F9-685B-9B211F9ED03C}"/>
              </a:ext>
            </a:extLst>
          </p:cNvPr>
          <p:cNvSpPr>
            <a:spLocks noGrp="1"/>
          </p:cNvSpPr>
          <p:nvPr>
            <p:ph type="subTitle" idx="1"/>
          </p:nvPr>
        </p:nvSpPr>
        <p:spPr>
          <a:xfrm>
            <a:off x="152400" y="1066800"/>
            <a:ext cx="8763000" cy="5410200"/>
          </a:xfrm>
        </p:spPr>
        <p:txBody>
          <a:bodyPr/>
          <a:lstStyle/>
          <a:p>
            <a:pPr marL="285750" indent="-285750" algn="l">
              <a:buFont typeface="Wingdings" panose="05000000000000000000" pitchFamily="2" charset="2"/>
              <a:buChar char="§"/>
            </a:pPr>
            <a:r>
              <a:rPr lang="en-US" sz="1800" dirty="0">
                <a:solidFill>
                  <a:schemeClr val="bg1"/>
                </a:solidFill>
              </a:rPr>
              <a:t>Data Collection</a:t>
            </a:r>
          </a:p>
          <a:p>
            <a:pPr algn="l"/>
            <a:r>
              <a:rPr lang="en-US" sz="1800" b="0" dirty="0" smtClean="0">
                <a:solidFill>
                  <a:schemeClr val="bg1"/>
                </a:solidFill>
              </a:rPr>
              <a:t>	The </a:t>
            </a:r>
            <a:r>
              <a:rPr lang="en-US" sz="1800" b="0" dirty="0">
                <a:solidFill>
                  <a:schemeClr val="bg1"/>
                </a:solidFill>
              </a:rPr>
              <a:t>real-life data that includes structured data such as patient basic information </a:t>
            </a:r>
            <a:r>
              <a:rPr lang="en-US" sz="1800" b="0" dirty="0" smtClean="0">
                <a:solidFill>
                  <a:schemeClr val="bg1"/>
                </a:solidFill>
              </a:rPr>
              <a:t>and </a:t>
            </a:r>
            <a:r>
              <a:rPr lang="en-US" sz="1800" b="0" dirty="0">
                <a:solidFill>
                  <a:schemeClr val="bg1"/>
                </a:solidFill>
              </a:rPr>
              <a:t>the unstructured data such as the symptoms of the disease faced by the patient and their consultation with the doctor. The data set excludes the patient's personal details such as name, </a:t>
            </a:r>
            <a:r>
              <a:rPr lang="en-US" sz="1800" b="0" dirty="0" smtClean="0">
                <a:solidFill>
                  <a:schemeClr val="bg1"/>
                </a:solidFill>
              </a:rPr>
              <a:t>ID and location ,so </a:t>
            </a:r>
            <a:r>
              <a:rPr lang="en-US" sz="1800" b="0" dirty="0">
                <a:solidFill>
                  <a:schemeClr val="bg1"/>
                </a:solidFill>
              </a:rPr>
              <a:t>as to preserve their privacy.</a:t>
            </a:r>
          </a:p>
          <a:p>
            <a:pPr marL="285750" indent="-285750" algn="l">
              <a:buFont typeface="Wingdings" panose="05000000000000000000" pitchFamily="2" charset="2"/>
              <a:buChar char="§"/>
            </a:pPr>
            <a:r>
              <a:rPr lang="en-US" sz="1800" dirty="0" smtClean="0">
                <a:solidFill>
                  <a:schemeClr val="bg1"/>
                </a:solidFill>
              </a:rPr>
              <a:t> </a:t>
            </a:r>
            <a:r>
              <a:rPr lang="en-US" sz="1800" dirty="0" smtClean="0">
                <a:solidFill>
                  <a:schemeClr val="bg1"/>
                </a:solidFill>
              </a:rPr>
              <a:t>Pre-</a:t>
            </a:r>
            <a:r>
              <a:rPr lang="en-US" sz="1800" dirty="0" err="1" smtClean="0">
                <a:solidFill>
                  <a:schemeClr val="bg1"/>
                </a:solidFill>
              </a:rPr>
              <a:t>procecssing</a:t>
            </a:r>
            <a:endParaRPr lang="en-US" sz="1800" dirty="0">
              <a:solidFill>
                <a:schemeClr val="bg1"/>
              </a:solidFill>
            </a:endParaRPr>
          </a:p>
          <a:p>
            <a:pPr algn="l"/>
            <a:r>
              <a:rPr lang="en-US" sz="1800" b="0" dirty="0" smtClean="0">
                <a:solidFill>
                  <a:schemeClr val="bg1"/>
                </a:solidFill>
              </a:rPr>
              <a:t>	The </a:t>
            </a:r>
            <a:r>
              <a:rPr lang="en-US" sz="1800" b="0" dirty="0">
                <a:solidFill>
                  <a:schemeClr val="bg1"/>
                </a:solidFill>
              </a:rPr>
              <a:t>collected data are preprocessed for the availability of missing values in most of the structured data. Hence, it is essential to fill out the missed data or remove or modify them to enhance the quality of the data set. The preprocessing step also eliminates the commas, punctuations, and white spaces. Once the preprocessing of data has been completed, it is then subjected to feature extraction followed by disease prediction.</a:t>
            </a:r>
          </a:p>
          <a:p>
            <a:pPr marL="285750" indent="-285750" algn="l">
              <a:buFont typeface="Wingdings" panose="05000000000000000000" pitchFamily="2" charset="2"/>
              <a:buChar char="§"/>
            </a:pPr>
            <a:r>
              <a:rPr lang="en-US" sz="1800" dirty="0" smtClean="0">
                <a:solidFill>
                  <a:schemeClr val="bg1"/>
                </a:solidFill>
              </a:rPr>
              <a:t> </a:t>
            </a:r>
            <a:r>
              <a:rPr lang="en-US" sz="1800" dirty="0">
                <a:solidFill>
                  <a:schemeClr val="bg1"/>
                </a:solidFill>
              </a:rPr>
              <a:t>Model </a:t>
            </a:r>
            <a:r>
              <a:rPr lang="en-US" sz="1800" dirty="0" smtClean="0">
                <a:solidFill>
                  <a:schemeClr val="bg1"/>
                </a:solidFill>
              </a:rPr>
              <a:t>Description</a:t>
            </a:r>
            <a:endParaRPr lang="en-US" sz="1800" b="0" dirty="0">
              <a:solidFill>
                <a:schemeClr val="bg1"/>
              </a:solidFill>
            </a:endParaRPr>
          </a:p>
          <a:p>
            <a:pPr algn="l"/>
            <a:r>
              <a:rPr lang="en-US" sz="1800" b="0" dirty="0" smtClean="0">
                <a:solidFill>
                  <a:schemeClr val="bg1"/>
                </a:solidFill>
              </a:rPr>
              <a:t>	Explore </a:t>
            </a:r>
            <a:r>
              <a:rPr lang="en-US" sz="1800" b="0" dirty="0">
                <a:solidFill>
                  <a:schemeClr val="bg1"/>
                </a:solidFill>
              </a:rPr>
              <a:t>various machine learning algorithms suitable for classification </a:t>
            </a:r>
            <a:r>
              <a:rPr lang="en-US" sz="1800" b="0" dirty="0" smtClean="0">
                <a:solidFill>
                  <a:schemeClr val="bg1"/>
                </a:solidFill>
              </a:rPr>
              <a:t>tasks. Train </a:t>
            </a:r>
            <a:r>
              <a:rPr lang="en-US" sz="1800" b="0" dirty="0">
                <a:solidFill>
                  <a:schemeClr val="bg1"/>
                </a:solidFill>
              </a:rPr>
              <a:t>multiple models such as decision trees, random forests, </a:t>
            </a:r>
            <a:r>
              <a:rPr lang="en-US" sz="1800" b="0" dirty="0" smtClean="0">
                <a:solidFill>
                  <a:schemeClr val="bg1"/>
                </a:solidFill>
              </a:rPr>
              <a:t>or </a:t>
            </a:r>
            <a:r>
              <a:rPr lang="en-US" sz="1800" b="0" dirty="0">
                <a:solidFill>
                  <a:schemeClr val="bg1"/>
                </a:solidFill>
              </a:rPr>
              <a:t>deep </a:t>
            </a:r>
            <a:r>
              <a:rPr lang="en-US" sz="1800" b="0" dirty="0" smtClean="0">
                <a:solidFill>
                  <a:schemeClr val="bg1"/>
                </a:solidFill>
              </a:rPr>
              <a:t>learning,</a:t>
            </a:r>
            <a:r>
              <a:rPr lang="en-IN" sz="1800" dirty="0"/>
              <a:t> </a:t>
            </a:r>
            <a:r>
              <a:rPr lang="en-US" sz="1800" b="0" dirty="0" smtClean="0">
                <a:solidFill>
                  <a:schemeClr val="bg1"/>
                </a:solidFill>
              </a:rPr>
              <a:t>architectures</a:t>
            </a:r>
            <a:r>
              <a:rPr lang="en-US" sz="1800" b="0" dirty="0">
                <a:solidFill>
                  <a:schemeClr val="bg1"/>
                </a:solidFill>
              </a:rPr>
              <a:t>.</a:t>
            </a:r>
          </a:p>
        </p:txBody>
      </p:sp>
      <p:sp>
        <p:nvSpPr>
          <p:cNvPr id="4" name="Slide Number Placeholder 3">
            <a:extLst>
              <a:ext uri="{FF2B5EF4-FFF2-40B4-BE49-F238E27FC236}">
                <a16:creationId xmlns:a16="http://schemas.microsoft.com/office/drawing/2014/main" id="{57106545-6296-0EE6-D2B2-7B2F8B33E369}"/>
              </a:ext>
            </a:extLst>
          </p:cNvPr>
          <p:cNvSpPr>
            <a:spLocks noGrp="1"/>
          </p:cNvSpPr>
          <p:nvPr>
            <p:ph type="sldNum" sz="quarter" idx="12"/>
          </p:nvPr>
        </p:nvSpPr>
        <p:spPr/>
        <p:txBody>
          <a:bodyPr/>
          <a:lstStyle/>
          <a:p>
            <a:fld id="{F3222F5A-0AC2-4789-9ACB-D0C8EB02FB50}" type="slidenum">
              <a:rPr lang="en-US"/>
              <a:pPr/>
              <a:t>7</a:t>
            </a:fld>
            <a:endParaRPr lang="en-US"/>
          </a:p>
        </p:txBody>
      </p:sp>
      <p:pic>
        <p:nvPicPr>
          <p:cNvPr id="14341" name="Picture 4"/>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4563" y="208320"/>
            <a:ext cx="7798837" cy="631436"/>
          </a:xfrm>
        </p:spPr>
        <p:txBody>
          <a:bodyPr/>
          <a:lstStyle/>
          <a:p>
            <a:r>
              <a:rPr lang="en-US" dirty="0">
                <a:solidFill>
                  <a:schemeClr val="tx1"/>
                </a:solidFill>
              </a:rPr>
              <a:t>SYSTEM REQUIREMENTS </a:t>
            </a:r>
            <a:endParaRPr lang="en-IN" dirty="0"/>
          </a:p>
        </p:txBody>
      </p:sp>
      <p:sp>
        <p:nvSpPr>
          <p:cNvPr id="3" name="Subtitle 2"/>
          <p:cNvSpPr>
            <a:spLocks noGrp="1"/>
          </p:cNvSpPr>
          <p:nvPr>
            <p:ph type="subTitle" idx="1"/>
          </p:nvPr>
        </p:nvSpPr>
        <p:spPr>
          <a:xfrm>
            <a:off x="541176" y="1203649"/>
            <a:ext cx="7231224" cy="4435151"/>
          </a:xfrm>
        </p:spPr>
        <p:txBody>
          <a:bodyPr/>
          <a:lstStyle/>
          <a:p>
            <a:pPr algn="l" latinLnBrk="1"/>
            <a:r>
              <a:rPr lang="en-IN" sz="1800" i="1" dirty="0">
                <a:solidFill>
                  <a:schemeClr val="bg1"/>
                </a:solidFill>
              </a:rPr>
              <a:t>A. Hardware Requirements</a:t>
            </a:r>
            <a:endParaRPr lang="en-IN" sz="1800" dirty="0">
              <a:solidFill>
                <a:schemeClr val="bg1"/>
              </a:solidFill>
            </a:endParaRPr>
          </a:p>
          <a:p>
            <a:pPr marL="285750" indent="-285750" algn="l">
              <a:buFont typeface="Wingdings" panose="05000000000000000000" pitchFamily="2" charset="2"/>
              <a:buChar char="§"/>
            </a:pPr>
            <a:r>
              <a:rPr lang="en-IN" sz="1800" b="0" dirty="0">
                <a:solidFill>
                  <a:schemeClr val="bg1"/>
                </a:solidFill>
              </a:rPr>
              <a:t>Works on: Laptops, Computers, Tablets and Mobiles.</a:t>
            </a:r>
          </a:p>
          <a:p>
            <a:pPr marL="285750" indent="-285750" algn="l">
              <a:buFont typeface="Wingdings" panose="05000000000000000000" pitchFamily="2" charset="2"/>
              <a:buChar char="§"/>
            </a:pPr>
            <a:r>
              <a:rPr lang="en-IN" sz="1800" b="0" dirty="0">
                <a:solidFill>
                  <a:schemeClr val="bg1"/>
                </a:solidFill>
              </a:rPr>
              <a:t>RAM: </a:t>
            </a:r>
            <a:r>
              <a:rPr lang="en-IN" sz="1800" b="0" dirty="0" smtClean="0">
                <a:solidFill>
                  <a:schemeClr val="bg1"/>
                </a:solidFill>
              </a:rPr>
              <a:t> </a:t>
            </a:r>
            <a:r>
              <a:rPr lang="en-IN" sz="1800" b="0" dirty="0">
                <a:solidFill>
                  <a:schemeClr val="bg1"/>
                </a:solidFill>
              </a:rPr>
              <a:t>8gb or More       </a:t>
            </a:r>
          </a:p>
          <a:p>
            <a:pPr marL="285750" indent="-285750" algn="l">
              <a:buFont typeface="Wingdings" panose="05000000000000000000" pitchFamily="2" charset="2"/>
              <a:buChar char="§"/>
            </a:pPr>
            <a:r>
              <a:rPr lang="en-IN" sz="1800" b="0" dirty="0">
                <a:solidFill>
                  <a:schemeClr val="bg1"/>
                </a:solidFill>
              </a:rPr>
              <a:t>CPU: Dual Core or Quad Core Processor</a:t>
            </a:r>
          </a:p>
          <a:p>
            <a:pPr marL="285750" indent="-285750" algn="l">
              <a:buFont typeface="Wingdings" panose="05000000000000000000" pitchFamily="2" charset="2"/>
              <a:buChar char="§"/>
            </a:pPr>
            <a:r>
              <a:rPr lang="en-IN" sz="1800" b="0" dirty="0">
                <a:solidFill>
                  <a:schemeClr val="bg1"/>
                </a:solidFill>
              </a:rPr>
              <a:t>Bandwidth: 16Mbps or more</a:t>
            </a:r>
          </a:p>
          <a:p>
            <a:pPr algn="l" latinLnBrk="1"/>
            <a:r>
              <a:rPr lang="en-IN" sz="1800" i="1" dirty="0">
                <a:solidFill>
                  <a:schemeClr val="bg1"/>
                </a:solidFill>
              </a:rPr>
              <a:t>B. Software Requirements</a:t>
            </a:r>
            <a:endParaRPr lang="en-IN" sz="1800" dirty="0">
              <a:solidFill>
                <a:schemeClr val="bg1"/>
              </a:solidFill>
            </a:endParaRPr>
          </a:p>
          <a:p>
            <a:pPr marL="285750" indent="-285750" algn="l">
              <a:buFont typeface="Wingdings" panose="05000000000000000000" pitchFamily="2" charset="2"/>
              <a:buChar char="§"/>
            </a:pPr>
            <a:r>
              <a:rPr lang="en-IN" sz="1800" b="0" dirty="0">
                <a:solidFill>
                  <a:schemeClr val="bg1"/>
                </a:solidFill>
              </a:rPr>
              <a:t>Browsers supported: Chrome, Brave, Microsoft Edge, Mozilla Firefox</a:t>
            </a:r>
          </a:p>
          <a:p>
            <a:pPr marL="285750" indent="-285750" algn="l">
              <a:buFont typeface="Wingdings" panose="05000000000000000000" pitchFamily="2" charset="2"/>
              <a:buChar char="§"/>
            </a:pPr>
            <a:r>
              <a:rPr lang="en-IN" sz="1800" b="0" dirty="0">
                <a:solidFill>
                  <a:schemeClr val="bg1"/>
                </a:solidFill>
              </a:rPr>
              <a:t>Technology used: HTML, CSS, JavaScript, JavaScript Libraries, </a:t>
            </a:r>
          </a:p>
          <a:p>
            <a:pPr marL="285750" indent="-285750" algn="l">
              <a:buFont typeface="Wingdings" panose="05000000000000000000" pitchFamily="2" charset="2"/>
              <a:buChar char="§"/>
            </a:pPr>
            <a:r>
              <a:rPr lang="en-IN" sz="1800" b="0" dirty="0">
                <a:solidFill>
                  <a:schemeClr val="bg1"/>
                </a:solidFill>
              </a:rPr>
              <a:t>Complier used: Sublime Text Code Editor and Google Collab</a:t>
            </a:r>
          </a:p>
        </p:txBody>
      </p:sp>
      <p:sp>
        <p:nvSpPr>
          <p:cNvPr id="4" name="Slide Number Placeholder 3"/>
          <p:cNvSpPr>
            <a:spLocks noGrp="1"/>
          </p:cNvSpPr>
          <p:nvPr>
            <p:ph type="sldNum" sz="quarter" idx="12"/>
          </p:nvPr>
        </p:nvSpPr>
        <p:spPr/>
        <p:txBody>
          <a:bodyPr/>
          <a:lstStyle/>
          <a:p>
            <a:fld id="{7E3D8A1A-F310-4C9F-9F39-DEED8B092108}" type="slidenum">
              <a:rPr lang="en-US" smtClean="0"/>
              <a:pPr/>
              <a:t>8</a:t>
            </a:fld>
            <a:endParaRPr lang="en-US"/>
          </a:p>
        </p:txBody>
      </p:sp>
      <p:pic>
        <p:nvPicPr>
          <p:cNvPr id="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6495547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IN" dirty="0">
                <a:solidFill>
                  <a:schemeClr val="tx1"/>
                </a:solidFill>
              </a:rPr>
              <a:t>CONCLUSION </a:t>
            </a:r>
            <a:endParaRPr lang="en-IN" dirty="0" smtClean="0">
              <a:solidFill>
                <a:schemeClr val="tx1"/>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143000"/>
            <a:ext cx="8534400" cy="5410200"/>
          </a:xfrm>
        </p:spPr>
        <p:txBody>
          <a:bodyPr/>
          <a:lstStyle/>
          <a:p>
            <a:pPr marL="285750" indent="-285750" algn="just">
              <a:lnSpc>
                <a:spcPct val="150000"/>
              </a:lnSpc>
              <a:buFont typeface="Wingdings" panose="05000000000000000000" pitchFamily="2" charset="2"/>
              <a:buChar char="§"/>
              <a:defRPr/>
            </a:pPr>
            <a:r>
              <a:rPr lang="en-US" sz="1800" b="0" dirty="0" smtClean="0">
                <a:solidFill>
                  <a:schemeClr val="bg1"/>
                </a:solidFill>
              </a:rPr>
              <a:t>Therefore</a:t>
            </a:r>
            <a:r>
              <a:rPr lang="en-US" sz="1800" b="0" dirty="0">
                <a:solidFill>
                  <a:schemeClr val="bg1"/>
                </a:solidFill>
              </a:rPr>
              <a:t>, we concluded that machine learning can be effectively used for tracking our health. From time to time we can check our health free of cost and be healthy. After making the machine learning model, </a:t>
            </a:r>
            <a:r>
              <a:rPr lang="en-US" sz="1800" b="0" dirty="0" smtClean="0">
                <a:solidFill>
                  <a:schemeClr val="bg1"/>
                </a:solidFill>
              </a:rPr>
              <a:t>We want to deploy </a:t>
            </a:r>
            <a:r>
              <a:rPr lang="en-US" sz="1800" b="0" dirty="0">
                <a:solidFill>
                  <a:schemeClr val="bg1"/>
                </a:solidFill>
              </a:rPr>
              <a:t>it with </a:t>
            </a:r>
            <a:r>
              <a:rPr lang="en-IN" sz="1800" b="0" dirty="0" smtClean="0">
                <a:solidFill>
                  <a:schemeClr val="bg1"/>
                </a:solidFill>
              </a:rPr>
              <a:t>Anaconda, </a:t>
            </a:r>
            <a:r>
              <a:rPr lang="en-US" sz="1800" b="0" dirty="0" err="1">
                <a:solidFill>
                  <a:schemeClr val="bg1"/>
                </a:solidFill>
              </a:rPr>
              <a:t>Jupyter</a:t>
            </a:r>
            <a:r>
              <a:rPr lang="en-US" sz="1800" b="0" dirty="0">
                <a:solidFill>
                  <a:schemeClr val="bg1"/>
                </a:solidFill>
              </a:rPr>
              <a:t> Notebooks </a:t>
            </a:r>
            <a:r>
              <a:rPr lang="en-US" sz="1800" b="0" dirty="0" smtClean="0">
                <a:solidFill>
                  <a:schemeClr val="bg1"/>
                </a:solidFill>
              </a:rPr>
              <a:t>provides </a:t>
            </a:r>
            <a:r>
              <a:rPr lang="en-US" sz="1800" b="0" dirty="0">
                <a:solidFill>
                  <a:schemeClr val="bg1"/>
                </a:solidFill>
              </a:rPr>
              <a:t>a web-based interface for creating and sharing computational </a:t>
            </a:r>
            <a:r>
              <a:rPr lang="en-US" sz="1800" b="0" dirty="0" smtClean="0">
                <a:solidFill>
                  <a:schemeClr val="bg1"/>
                </a:solidFill>
              </a:rPr>
              <a:t>documents and </a:t>
            </a:r>
            <a:r>
              <a:rPr lang="en-US" sz="1800" b="0" dirty="0">
                <a:solidFill>
                  <a:schemeClr val="bg1"/>
                </a:solidFill>
              </a:rPr>
              <a:t>in the future by creating that domain as a website, it will be available for anyone free of cost. The user just has to go to the respective website and have to select 5 to 8 diseases, so that our model can predict the best result. After getting the prediction user will get an idea about their health and if there are some serious situations they can contact their respective doctors. In this way, anyone in this world becomes a healthy person</a:t>
            </a:r>
            <a:endParaRPr lang="en-IN" sz="1800" b="0" dirty="0">
              <a:solidFill>
                <a:schemeClr val="bg1"/>
              </a:solidFill>
            </a:endParaRPr>
          </a:p>
          <a:p>
            <a:pPr marL="285750" indent="-285750" algn="just">
              <a:lnSpc>
                <a:spcPct val="150000"/>
              </a:lnSpc>
              <a:buFont typeface="Wingdings" panose="05000000000000000000" pitchFamily="2" charset="2"/>
              <a:buChar char="§"/>
              <a:defRPr/>
            </a:pPr>
            <a:endParaRPr lang="en-US" sz="1800" b="0" dirty="0">
              <a:solidFill>
                <a:schemeClr val="bg1"/>
              </a:solidFill>
            </a:endParaRPr>
          </a:p>
          <a:p>
            <a:pPr marL="457200" indent="-457200" algn="just">
              <a:lnSpc>
                <a:spcPct val="150000"/>
              </a:lnSpc>
              <a:buFont typeface="Arial" panose="020B0604020202020204" pitchFamily="34" charset="0"/>
              <a:buChar char="•"/>
              <a:defRPr/>
            </a:pPr>
            <a:endParaRPr lang="en-US" sz="1800" b="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9</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73559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dirty="0" smtClean="0">
                <a:solidFill>
                  <a:schemeClr val="tx1"/>
                </a:solidFill>
              </a:rPr>
              <a:t>REFERENCES</a:t>
            </a:r>
            <a:endParaRPr lang="en-IN" dirty="0" smtClean="0">
              <a:solidFill>
                <a:schemeClr val="tx1"/>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143000"/>
            <a:ext cx="8534400" cy="5410200"/>
          </a:xfrm>
        </p:spPr>
        <p:txBody>
          <a:bodyPr/>
          <a:lstStyle/>
          <a:p>
            <a:pPr marL="285750" indent="-285750" algn="l">
              <a:buFont typeface="Wingdings" panose="05000000000000000000" pitchFamily="2" charset="2"/>
              <a:buChar char="§"/>
            </a:pPr>
            <a:r>
              <a:rPr lang="en-IN" sz="1800" b="0" dirty="0" smtClean="0">
                <a:solidFill>
                  <a:schemeClr val="bg1"/>
                </a:solidFill>
              </a:rPr>
              <a:t>Disease </a:t>
            </a:r>
            <a:r>
              <a:rPr lang="en-IN" sz="1800" b="0" dirty="0">
                <a:solidFill>
                  <a:schemeClr val="bg1"/>
                </a:solidFill>
              </a:rPr>
              <a:t>Prediction and Doctor Recommendation System by https://www.irjet.net </a:t>
            </a:r>
            <a:endParaRPr lang="en-IN" sz="1800" b="0" dirty="0" smtClean="0">
              <a:solidFill>
                <a:schemeClr val="bg1"/>
              </a:solidFill>
            </a:endParaRPr>
          </a:p>
          <a:p>
            <a:pPr marL="285750" indent="-285750" algn="l">
              <a:buFont typeface="Wingdings" panose="05000000000000000000" pitchFamily="2" charset="2"/>
              <a:buChar char="§"/>
            </a:pPr>
            <a:r>
              <a:rPr lang="en-IN" sz="1800" b="0" dirty="0" smtClean="0">
                <a:solidFill>
                  <a:schemeClr val="bg1"/>
                </a:solidFill>
              </a:rPr>
              <a:t>GDPS </a:t>
            </a:r>
            <a:r>
              <a:rPr lang="en-IN" sz="1800" b="0" dirty="0">
                <a:solidFill>
                  <a:schemeClr val="bg1"/>
                </a:solidFill>
              </a:rPr>
              <a:t>- General Disease Prediction System by https://www.irjet.net </a:t>
            </a:r>
          </a:p>
          <a:p>
            <a:pPr marL="285750" indent="-285750" algn="l">
              <a:buFont typeface="Wingdings" panose="05000000000000000000" pitchFamily="2" charset="2"/>
              <a:buChar char="§"/>
            </a:pPr>
            <a:r>
              <a:rPr lang="en-IN" sz="1800" b="0" dirty="0" err="1" smtClean="0">
                <a:solidFill>
                  <a:schemeClr val="bg1"/>
                </a:solidFill>
              </a:rPr>
              <a:t>Jaymin</a:t>
            </a:r>
            <a:r>
              <a:rPr lang="en-IN" sz="1800" b="0" dirty="0" smtClean="0">
                <a:solidFill>
                  <a:schemeClr val="bg1"/>
                </a:solidFill>
              </a:rPr>
              <a:t> </a:t>
            </a:r>
            <a:r>
              <a:rPr lang="en-IN" sz="1800" b="0" dirty="0">
                <a:solidFill>
                  <a:schemeClr val="bg1"/>
                </a:solidFill>
              </a:rPr>
              <a:t>Patel, </a:t>
            </a:r>
            <a:r>
              <a:rPr lang="en-IN" sz="1800" b="0" dirty="0" err="1">
                <a:solidFill>
                  <a:schemeClr val="bg1"/>
                </a:solidFill>
              </a:rPr>
              <a:t>Prof.Tejal</a:t>
            </a:r>
            <a:r>
              <a:rPr lang="en-IN" sz="1800" b="0" dirty="0">
                <a:solidFill>
                  <a:schemeClr val="bg1"/>
                </a:solidFill>
              </a:rPr>
              <a:t> </a:t>
            </a:r>
            <a:r>
              <a:rPr lang="en-IN" sz="1800" b="0" dirty="0" err="1">
                <a:solidFill>
                  <a:schemeClr val="bg1"/>
                </a:solidFill>
              </a:rPr>
              <a:t>Upadhyay</a:t>
            </a:r>
            <a:r>
              <a:rPr lang="en-IN" sz="1800" b="0" dirty="0">
                <a:solidFill>
                  <a:schemeClr val="bg1"/>
                </a:solidFill>
              </a:rPr>
              <a:t>, </a:t>
            </a:r>
            <a:r>
              <a:rPr lang="en-IN" sz="1800" b="0" dirty="0" err="1">
                <a:solidFill>
                  <a:schemeClr val="bg1"/>
                </a:solidFill>
              </a:rPr>
              <a:t>Dr.</a:t>
            </a:r>
            <a:r>
              <a:rPr lang="en-IN" sz="1800" b="0" dirty="0">
                <a:solidFill>
                  <a:schemeClr val="bg1"/>
                </a:solidFill>
              </a:rPr>
              <a:t> Samir Patel “Heart disease prediction using Machine learning and Data Mining Technique" Volume 7.Number1 Sept 2015March 2016. </a:t>
            </a:r>
            <a:endParaRPr lang="en-IN" sz="1800" b="0" dirty="0" smtClean="0">
              <a:solidFill>
                <a:schemeClr val="bg1"/>
              </a:solidFill>
            </a:endParaRPr>
          </a:p>
          <a:p>
            <a:pPr marL="285750" indent="-285750" algn="l">
              <a:buFont typeface="Wingdings" panose="05000000000000000000" pitchFamily="2" charset="2"/>
              <a:buChar char="§"/>
            </a:pPr>
            <a:r>
              <a:rPr lang="en-IN" sz="1800" b="0" dirty="0" smtClean="0">
                <a:solidFill>
                  <a:schemeClr val="bg1"/>
                </a:solidFill>
              </a:rPr>
              <a:t>https</a:t>
            </a:r>
            <a:r>
              <a:rPr lang="en-IN" sz="1800" b="0" dirty="0">
                <a:solidFill>
                  <a:schemeClr val="bg1"/>
                </a:solidFill>
              </a:rPr>
              <a:t>://ieeexplore.ieee.org/document/8819782 </a:t>
            </a:r>
            <a:endParaRPr lang="en-IN" sz="1800" b="0" dirty="0" smtClean="0">
              <a:solidFill>
                <a:schemeClr val="bg1"/>
              </a:solidFill>
            </a:endParaRPr>
          </a:p>
          <a:p>
            <a:pPr marL="285750" indent="-285750" algn="l">
              <a:buFont typeface="Wingdings" panose="05000000000000000000" pitchFamily="2" charset="2"/>
              <a:buChar char="§"/>
            </a:pPr>
            <a:r>
              <a:rPr lang="en-IN" sz="1800" b="0" dirty="0" smtClean="0">
                <a:solidFill>
                  <a:schemeClr val="bg1"/>
                </a:solidFill>
              </a:rPr>
              <a:t>“</a:t>
            </a:r>
            <a:r>
              <a:rPr lang="en-IN" sz="1800" b="0" dirty="0">
                <a:solidFill>
                  <a:schemeClr val="bg1"/>
                </a:solidFill>
              </a:rPr>
              <a:t>Disease Prediction Using Machine Learning Over Big </a:t>
            </a:r>
            <a:r>
              <a:rPr lang="en-IN" sz="1800" b="0" dirty="0" err="1">
                <a:solidFill>
                  <a:schemeClr val="bg1"/>
                </a:solidFill>
              </a:rPr>
              <a:t>Data”Vinitha</a:t>
            </a:r>
            <a:r>
              <a:rPr lang="en-IN" sz="1800" b="0" dirty="0">
                <a:solidFill>
                  <a:schemeClr val="bg1"/>
                </a:solidFill>
              </a:rPr>
              <a:t> S, </a:t>
            </a:r>
            <a:r>
              <a:rPr lang="en-IN" sz="1800" b="0" dirty="0" err="1">
                <a:solidFill>
                  <a:schemeClr val="bg1"/>
                </a:solidFill>
              </a:rPr>
              <a:t>Sweetlin</a:t>
            </a:r>
            <a:r>
              <a:rPr lang="en-IN" sz="1800" b="0" dirty="0">
                <a:solidFill>
                  <a:schemeClr val="bg1"/>
                </a:solidFill>
              </a:rPr>
              <a:t> S, </a:t>
            </a:r>
            <a:r>
              <a:rPr lang="en-IN" sz="1800" b="0" dirty="0" err="1">
                <a:solidFill>
                  <a:schemeClr val="bg1"/>
                </a:solidFill>
              </a:rPr>
              <a:t>Vinusha</a:t>
            </a:r>
            <a:r>
              <a:rPr lang="en-IN" sz="1800" b="0" dirty="0">
                <a:solidFill>
                  <a:schemeClr val="bg1"/>
                </a:solidFill>
              </a:rPr>
              <a:t> H and </a:t>
            </a:r>
            <a:r>
              <a:rPr lang="en-IN" sz="1800" b="0" dirty="0" err="1">
                <a:solidFill>
                  <a:schemeClr val="bg1"/>
                </a:solidFill>
              </a:rPr>
              <a:t>Sajini</a:t>
            </a:r>
            <a:r>
              <a:rPr lang="en-IN" sz="1800" b="0" dirty="0">
                <a:solidFill>
                  <a:schemeClr val="bg1"/>
                </a:solidFill>
              </a:rPr>
              <a:t> S (2018). </a:t>
            </a:r>
            <a:endParaRPr lang="en-IN" sz="1800" b="0" dirty="0" smtClean="0">
              <a:solidFill>
                <a:schemeClr val="bg1"/>
              </a:solidFill>
            </a:endParaRPr>
          </a:p>
          <a:p>
            <a:pPr marL="285750" indent="-285750" algn="l">
              <a:buFont typeface="Wingdings" panose="05000000000000000000" pitchFamily="2" charset="2"/>
              <a:buChar char="§"/>
            </a:pPr>
            <a:r>
              <a:rPr lang="en-IN" sz="1800" b="0" dirty="0" smtClean="0">
                <a:solidFill>
                  <a:schemeClr val="bg1"/>
                </a:solidFill>
              </a:rPr>
              <a:t>“Multi </a:t>
            </a:r>
            <a:r>
              <a:rPr lang="en-IN" sz="1800" b="0" dirty="0">
                <a:solidFill>
                  <a:schemeClr val="bg1"/>
                </a:solidFill>
              </a:rPr>
              <a:t>Disease Prediction Using Data Mining </a:t>
            </a:r>
            <a:r>
              <a:rPr lang="en-IN" sz="1800" b="0" dirty="0" err="1">
                <a:solidFill>
                  <a:schemeClr val="bg1"/>
                </a:solidFill>
              </a:rPr>
              <a:t>Techniques”K.Gomathi</a:t>
            </a:r>
            <a:r>
              <a:rPr lang="en-IN" sz="1800" b="0" dirty="0">
                <a:solidFill>
                  <a:schemeClr val="bg1"/>
                </a:solidFill>
              </a:rPr>
              <a:t> , </a:t>
            </a:r>
            <a:r>
              <a:rPr lang="en-IN" sz="1800" b="0" dirty="0" err="1">
                <a:solidFill>
                  <a:schemeClr val="bg1"/>
                </a:solidFill>
              </a:rPr>
              <a:t>Dr.</a:t>
            </a:r>
            <a:r>
              <a:rPr lang="en-IN" sz="1800" b="0" dirty="0">
                <a:solidFill>
                  <a:schemeClr val="bg1"/>
                </a:solidFill>
              </a:rPr>
              <a:t> D. </a:t>
            </a:r>
            <a:r>
              <a:rPr lang="en-IN" sz="1800" b="0" dirty="0" err="1">
                <a:solidFill>
                  <a:schemeClr val="bg1"/>
                </a:solidFill>
              </a:rPr>
              <a:t>Shanmuga</a:t>
            </a:r>
            <a:r>
              <a:rPr lang="en-IN" sz="1800" b="0" dirty="0">
                <a:solidFill>
                  <a:schemeClr val="bg1"/>
                </a:solidFill>
              </a:rPr>
              <a:t> </a:t>
            </a:r>
            <a:r>
              <a:rPr lang="en-IN" sz="1800" b="0" dirty="0" err="1">
                <a:solidFill>
                  <a:schemeClr val="bg1"/>
                </a:solidFill>
              </a:rPr>
              <a:t>Priyaa</a:t>
            </a:r>
            <a:r>
              <a:rPr lang="en-IN" sz="1800" b="0" dirty="0">
                <a:solidFill>
                  <a:schemeClr val="bg1"/>
                </a:solidFill>
              </a:rPr>
              <a:t> (2017). </a:t>
            </a:r>
            <a:endParaRPr lang="en-IN" sz="1800" b="0" dirty="0" smtClean="0">
              <a:solidFill>
                <a:schemeClr val="bg1"/>
              </a:solidFill>
            </a:endParaRPr>
          </a:p>
          <a:p>
            <a:pPr marL="285750" indent="-285750" algn="l">
              <a:buFont typeface="Wingdings" panose="05000000000000000000" pitchFamily="2" charset="2"/>
              <a:buChar char="§"/>
            </a:pPr>
            <a:r>
              <a:rPr lang="en-IN" sz="1800" b="0" dirty="0" smtClean="0">
                <a:solidFill>
                  <a:schemeClr val="bg1"/>
                </a:solidFill>
              </a:rPr>
              <a:t>Implementing </a:t>
            </a:r>
            <a:r>
              <a:rPr lang="en-IN" sz="1800" b="0" dirty="0">
                <a:solidFill>
                  <a:schemeClr val="bg1"/>
                </a:solidFill>
              </a:rPr>
              <a:t>WEKA for medical data classification and early disease prediction. “3rd IEEE International Conference on "Computational Intelligence and Communication Technology" (IEEE-CICT 2017)”. </a:t>
            </a:r>
            <a:endParaRPr lang="en-US" sz="1800" b="0" dirty="0" smtClean="0">
              <a:solidFill>
                <a:schemeClr val="bg1"/>
              </a:solidFill>
            </a:endParaRPr>
          </a:p>
          <a:p>
            <a:pPr marL="285750" indent="-285750" algn="l">
              <a:buFont typeface="Wingdings" panose="05000000000000000000" pitchFamily="2" charset="2"/>
              <a:buChar char="§"/>
            </a:pPr>
            <a:endParaRPr lang="en-US" sz="1800" b="0" dirty="0">
              <a:solidFill>
                <a:schemeClr val="bg1"/>
              </a:solidFill>
            </a:endParaRPr>
          </a:p>
          <a:p>
            <a:pPr marL="285750" indent="-285750" algn="just">
              <a:lnSpc>
                <a:spcPct val="150000"/>
              </a:lnSpc>
              <a:buFont typeface="Wingdings" panose="05000000000000000000" pitchFamily="2" charset="2"/>
              <a:buChar char="§"/>
              <a:defRPr/>
            </a:pPr>
            <a:endParaRPr lang="en-US" sz="1800" b="0" dirty="0" smtClean="0">
              <a:solidFill>
                <a:schemeClr val="bg1"/>
              </a:solidFill>
            </a:endParaRPr>
          </a:p>
          <a:p>
            <a:pPr marL="285750" indent="-285750" algn="just">
              <a:lnSpc>
                <a:spcPct val="150000"/>
              </a:lnSpc>
              <a:buFont typeface="Wingdings" panose="05000000000000000000" pitchFamily="2" charset="2"/>
              <a:buChar char="§"/>
              <a:defRPr/>
            </a:pPr>
            <a:endParaRPr lang="en-US" sz="1800" b="0" dirty="0">
              <a:solidFill>
                <a:schemeClr val="bg1"/>
              </a:solidFill>
            </a:endParaRPr>
          </a:p>
          <a:p>
            <a:pPr marL="457200" indent="-457200" algn="just">
              <a:lnSpc>
                <a:spcPct val="150000"/>
              </a:lnSpc>
              <a:buFont typeface="Arial" panose="020B0604020202020204" pitchFamily="34" charset="0"/>
              <a:buChar char="•"/>
              <a:defRPr/>
            </a:pPr>
            <a:endParaRPr lang="en-US" sz="1800" b="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10</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1720944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14400"/>
          </a:xfrm>
          <a:prstGeom prst="rect">
            <a:avLst/>
          </a:prstGeom>
          <a:solidFill>
            <a:srgbClr val="2F71A2"/>
          </a:solidFill>
          <a:ln w="25400" cap="flat" cmpd="sng" algn="ctr">
            <a:noFill/>
            <a:prstDash val="solid"/>
          </a:ln>
          <a:effectLst/>
        </p:spPr>
        <p:txBody>
          <a:bodyPr anchor="ctr"/>
          <a:lstStyle/>
          <a:p>
            <a:pPr algn="ctr" fontAlgn="auto">
              <a:spcBef>
                <a:spcPts val="0"/>
              </a:spcBef>
              <a:spcAft>
                <a:spcPts val="0"/>
              </a:spcAft>
              <a:defRPr/>
            </a:pPr>
            <a:endParaRPr lang="en-US" kern="0">
              <a:solidFill>
                <a:sysClr val="window" lastClr="FFFFFF"/>
              </a:solidFill>
              <a:latin typeface="Calibri"/>
              <a:cs typeface="+mn-cs"/>
            </a:endParaRPr>
          </a:p>
        </p:txBody>
      </p:sp>
      <p:pic>
        <p:nvPicPr>
          <p:cNvPr id="154627" name="Picture 4" descr="http://www.hiltonheadislandbuilder.com/wp-content/uploads/2012/12/thank-you-card.jpg"/>
          <p:cNvPicPr>
            <a:picLocks noChangeAspect="1" noChangeArrowheads="1"/>
          </p:cNvPicPr>
          <p:nvPr/>
        </p:nvPicPr>
        <p:blipFill>
          <a:blip r:embed="rId2" cstate="print"/>
          <a:srcRect/>
          <a:stretch>
            <a:fillRect/>
          </a:stretch>
        </p:blipFill>
        <p:spPr bwMode="auto">
          <a:xfrm>
            <a:off x="0" y="914400"/>
            <a:ext cx="9144000" cy="594360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19FA1906-51BE-4B49-A728-D60CC9E44BA8}" type="slidenum">
              <a:rPr lang="en-US" smtClean="0"/>
              <a:pPr>
                <a:defRPr/>
              </a:pPr>
              <a:t>11</a:t>
            </a:fld>
            <a:endParaRPr lang="en-US"/>
          </a:p>
        </p:txBody>
      </p:sp>
      <p:pic>
        <p:nvPicPr>
          <p:cNvPr id="7" name="Picture 5"/>
          <p:cNvPicPr>
            <a:picLocks noChangeAspect="1"/>
          </p:cNvPicPr>
          <p:nvPr/>
        </p:nvPicPr>
        <p:blipFill>
          <a:blip r:embed="rId3"/>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4678074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195</TotalTime>
  <Words>985</Words>
  <Application>Microsoft Office PowerPoint</Application>
  <PresentationFormat>On-screen Show (4:3)</PresentationFormat>
  <Paragraphs>70</Paragraphs>
  <Slides>11</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11</vt:i4>
      </vt:variant>
    </vt:vector>
  </HeadingPairs>
  <TitlesOfParts>
    <vt:vector size="21" baseType="lpstr">
      <vt:lpstr>Arial</vt:lpstr>
      <vt:lpstr>Berlin Sans FB</vt:lpstr>
      <vt:lpstr>Brush Script MT</vt:lpstr>
      <vt:lpstr>Calibri</vt:lpstr>
      <vt:lpstr>Franklin Gothic Book</vt:lpstr>
      <vt:lpstr>Times New Roman</vt:lpstr>
      <vt:lpstr>Wingdings</vt:lpstr>
      <vt:lpstr>Wingdings 2</vt:lpstr>
      <vt:lpstr>Technic</vt:lpstr>
      <vt:lpstr>Custom Design</vt:lpstr>
      <vt:lpstr>PowerPoint Presentation</vt:lpstr>
      <vt:lpstr>ABSTRACT</vt:lpstr>
      <vt:lpstr>INTRODUCTION</vt:lpstr>
      <vt:lpstr>Existing Method</vt:lpstr>
      <vt:lpstr>Existing Method</vt:lpstr>
      <vt:lpstr>PROBLEM STATEMENT</vt:lpstr>
      <vt:lpstr> OBJECTIVE</vt:lpstr>
      <vt:lpstr>SYSTEM REQUIREMENTS </vt:lpstr>
      <vt:lpstr>CONCLUSION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NH</dc:creator>
  <cp:lastModifiedBy>home</cp:lastModifiedBy>
  <cp:revision>18</cp:revision>
  <dcterms:modified xsi:type="dcterms:W3CDTF">2024-03-26T04:59:54Z</dcterms:modified>
</cp:coreProperties>
</file>